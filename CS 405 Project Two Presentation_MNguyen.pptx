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tags/tag15.xml" ContentType="application/vnd.openxmlformats-officedocument.presentationml.tags+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72" r:id="rId13"/>
    <p:sldId id="274" r:id="rId14"/>
    <p:sldId id="271" r:id="rId15"/>
    <p:sldId id="273" r:id="rId16"/>
    <p:sldId id="264" r:id="rId17"/>
    <p:sldId id="265" r:id="rId18"/>
    <p:sldId id="266" r:id="rId19"/>
    <p:sldId id="267" r:id="rId20"/>
    <p:sldId id="270" r:id="rId21"/>
    <p:sldId id="268" r:id="rId22"/>
    <p:sldId id="269" r:id="rId23"/>
  </p:sldIdLst>
  <p:sldSz cx="12192000" cy="6858000"/>
  <p:notesSz cx="6858000" cy="9144000"/>
  <p:embeddedFontLst>
    <p:embeddedFont>
      <p:font typeface="Century Gothic" panose="020B0502020202020204" pitchFamily="34" charset="0"/>
      <p:regular r:id="rId25"/>
      <p:bold r:id="rId26"/>
      <p:italic r:id="rId27"/>
      <p:boldItalic r:id="rId28"/>
    </p:embeddedFont>
  </p:embeddedFontLst>
  <p:custDataLst>
    <p:tags r:id="rId2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80" autoAdjust="0"/>
    <p:restoredTop sz="94660"/>
  </p:normalViewPr>
  <p:slideViewPr>
    <p:cSldViewPr snapToGrid="0">
      <p:cViewPr varScale="1">
        <p:scale>
          <a:sx n="105" d="100"/>
          <a:sy n="105" d="100"/>
        </p:scale>
        <p:origin x="1254" y="96"/>
      </p:cViewPr>
      <p:guideLst>
        <p:guide orient="horz" pos="2160"/>
        <p:guide pos="3840"/>
      </p:guideLst>
    </p:cSldViewPr>
  </p:slideViewPr>
  <p:notesTextViewPr>
    <p:cViewPr>
      <p:scale>
        <a:sx n="101" d="100"/>
        <a:sy n="101"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customschemas.google.com/relationships/presentationmetadata" Target="metadata"/><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ca Nguyen" userId="48a70956027f2617" providerId="LiveId" clId="{0802D77A-1571-49D8-85A9-AEBE79ECA924}"/>
    <pc:docChg chg="custSel modSld">
      <pc:chgData name="Monica Nguyen" userId="48a70956027f2617" providerId="LiveId" clId="{0802D77A-1571-49D8-85A9-AEBE79ECA924}" dt="2026-10-26T04:23:19.907" v="18" actId="478"/>
      <pc:docMkLst>
        <pc:docMk/>
      </pc:docMkLst>
      <pc:sldChg chg="delSp mod delAnim">
        <pc:chgData name="Monica Nguyen" userId="48a70956027f2617" providerId="LiveId" clId="{0802D77A-1571-49D8-85A9-AEBE79ECA924}" dt="2026-10-26T04:23:19.907" v="18" actId="478"/>
        <pc:sldMkLst>
          <pc:docMk/>
          <pc:sldMk cId="0" sldId="256"/>
        </pc:sldMkLst>
        <pc:picChg chg="del">
          <ac:chgData name="Monica Nguyen" userId="48a70956027f2617" providerId="LiveId" clId="{0802D77A-1571-49D8-85A9-AEBE79ECA924}" dt="2026-10-26T04:23:19.907" v="18" actId="478"/>
          <ac:picMkLst>
            <pc:docMk/>
            <pc:sldMk cId="0" sldId="256"/>
            <ac:picMk id="12" creationId="{175C586D-1709-76F1-DAEF-9DD919AEFA9B}"/>
          </ac:picMkLst>
        </pc:picChg>
      </pc:sldChg>
      <pc:sldChg chg="delSp mod delAnim">
        <pc:chgData name="Monica Nguyen" userId="48a70956027f2617" providerId="LiveId" clId="{0802D77A-1571-49D8-85A9-AEBE79ECA924}" dt="2026-10-26T04:23:11.939" v="16" actId="478"/>
        <pc:sldMkLst>
          <pc:docMk/>
          <pc:sldMk cId="0" sldId="257"/>
        </pc:sldMkLst>
        <pc:picChg chg="del">
          <ac:chgData name="Monica Nguyen" userId="48a70956027f2617" providerId="LiveId" clId="{0802D77A-1571-49D8-85A9-AEBE79ECA924}" dt="2026-10-26T04:23:11.939" v="16" actId="478"/>
          <ac:picMkLst>
            <pc:docMk/>
            <pc:sldMk cId="0" sldId="257"/>
            <ac:picMk id="20" creationId="{7AA0A3AB-42F1-BA32-7D12-D923D5C5553B}"/>
          </ac:picMkLst>
        </pc:picChg>
      </pc:sldChg>
      <pc:sldChg chg="delSp mod delAnim">
        <pc:chgData name="Monica Nguyen" userId="48a70956027f2617" providerId="LiveId" clId="{0802D77A-1571-49D8-85A9-AEBE79ECA924}" dt="2026-10-26T04:23:14.456" v="17" actId="478"/>
        <pc:sldMkLst>
          <pc:docMk/>
          <pc:sldMk cId="0" sldId="258"/>
        </pc:sldMkLst>
        <pc:picChg chg="del">
          <ac:chgData name="Monica Nguyen" userId="48a70956027f2617" providerId="LiveId" clId="{0802D77A-1571-49D8-85A9-AEBE79ECA924}" dt="2026-10-26T04:23:14.456" v="17" actId="478"/>
          <ac:picMkLst>
            <pc:docMk/>
            <pc:sldMk cId="0" sldId="258"/>
            <ac:picMk id="24" creationId="{AF0B1BF9-D740-B521-5C46-B782DBC4CC79}"/>
          </ac:picMkLst>
        </pc:picChg>
      </pc:sldChg>
      <pc:sldChg chg="delSp mod delAnim">
        <pc:chgData name="Monica Nguyen" userId="48a70956027f2617" providerId="LiveId" clId="{0802D77A-1571-49D8-85A9-AEBE79ECA924}" dt="2026-10-26T04:23:07.426" v="15" actId="478"/>
        <pc:sldMkLst>
          <pc:docMk/>
          <pc:sldMk cId="0" sldId="259"/>
        </pc:sldMkLst>
        <pc:picChg chg="del">
          <ac:chgData name="Monica Nguyen" userId="48a70956027f2617" providerId="LiveId" clId="{0802D77A-1571-49D8-85A9-AEBE79ECA924}" dt="2026-10-26T04:23:07.426" v="15" actId="478"/>
          <ac:picMkLst>
            <pc:docMk/>
            <pc:sldMk cId="0" sldId="259"/>
            <ac:picMk id="52" creationId="{E4803A88-1B6C-1146-3B99-A0E1A9C93AED}"/>
          </ac:picMkLst>
        </pc:picChg>
      </pc:sldChg>
      <pc:sldChg chg="delSp mod delAnim">
        <pc:chgData name="Monica Nguyen" userId="48a70956027f2617" providerId="LiveId" clId="{0802D77A-1571-49D8-85A9-AEBE79ECA924}" dt="2026-10-26T04:23:04.004" v="14" actId="478"/>
        <pc:sldMkLst>
          <pc:docMk/>
          <pc:sldMk cId="0" sldId="260"/>
        </pc:sldMkLst>
        <pc:picChg chg="del">
          <ac:chgData name="Monica Nguyen" userId="48a70956027f2617" providerId="LiveId" clId="{0802D77A-1571-49D8-85A9-AEBE79ECA924}" dt="2026-10-26T04:23:04.004" v="14" actId="478"/>
          <ac:picMkLst>
            <pc:docMk/>
            <pc:sldMk cId="0" sldId="260"/>
            <ac:picMk id="5" creationId="{81AE8128-8B6B-6909-EAB5-6EBAA97B336B}"/>
          </ac:picMkLst>
        </pc:picChg>
      </pc:sldChg>
      <pc:sldChg chg="delSp mod delAnim">
        <pc:chgData name="Monica Nguyen" userId="48a70956027f2617" providerId="LiveId" clId="{0802D77A-1571-49D8-85A9-AEBE79ECA924}" dt="2026-10-26T04:23:00.380" v="13" actId="478"/>
        <pc:sldMkLst>
          <pc:docMk/>
          <pc:sldMk cId="0" sldId="261"/>
        </pc:sldMkLst>
        <pc:picChg chg="del">
          <ac:chgData name="Monica Nguyen" userId="48a70956027f2617" providerId="LiveId" clId="{0802D77A-1571-49D8-85A9-AEBE79ECA924}" dt="2026-10-26T04:23:00.380" v="13" actId="478"/>
          <ac:picMkLst>
            <pc:docMk/>
            <pc:sldMk cId="0" sldId="261"/>
            <ac:picMk id="15" creationId="{9569CFBD-FCD5-4852-BAC6-EB71AE026735}"/>
          </ac:picMkLst>
        </pc:picChg>
      </pc:sldChg>
      <pc:sldChg chg="delSp mod delAnim">
        <pc:chgData name="Monica Nguyen" userId="48a70956027f2617" providerId="LiveId" clId="{0802D77A-1571-49D8-85A9-AEBE79ECA924}" dt="2026-10-26T04:22:58.586" v="12" actId="478"/>
        <pc:sldMkLst>
          <pc:docMk/>
          <pc:sldMk cId="0" sldId="262"/>
        </pc:sldMkLst>
        <pc:picChg chg="del">
          <ac:chgData name="Monica Nguyen" userId="48a70956027f2617" providerId="LiveId" clId="{0802D77A-1571-49D8-85A9-AEBE79ECA924}" dt="2026-10-26T04:22:58.586" v="12" actId="478"/>
          <ac:picMkLst>
            <pc:docMk/>
            <pc:sldMk cId="0" sldId="262"/>
            <ac:picMk id="16" creationId="{75DF6C4E-9EDE-9804-4732-5AA2D8839D62}"/>
          </ac:picMkLst>
        </pc:picChg>
      </pc:sldChg>
      <pc:sldChg chg="delSp mod delAnim">
        <pc:chgData name="Monica Nguyen" userId="48a70956027f2617" providerId="LiveId" clId="{0802D77A-1571-49D8-85A9-AEBE79ECA924}" dt="2026-10-26T04:22:56.032" v="11" actId="478"/>
        <pc:sldMkLst>
          <pc:docMk/>
          <pc:sldMk cId="0" sldId="263"/>
        </pc:sldMkLst>
        <pc:picChg chg="del">
          <ac:chgData name="Monica Nguyen" userId="48a70956027f2617" providerId="LiveId" clId="{0802D77A-1571-49D8-85A9-AEBE79ECA924}" dt="2026-10-26T04:22:56.032" v="11" actId="478"/>
          <ac:picMkLst>
            <pc:docMk/>
            <pc:sldMk cId="0" sldId="263"/>
            <ac:picMk id="6" creationId="{2F7DC02A-E1B3-4AC4-AC94-5E4A4A553D04}"/>
          </ac:picMkLst>
        </pc:picChg>
      </pc:sldChg>
      <pc:sldChg chg="delSp mod delAnim">
        <pc:chgData name="Monica Nguyen" userId="48a70956027f2617" providerId="LiveId" clId="{0802D77A-1571-49D8-85A9-AEBE79ECA924}" dt="2026-10-26T04:22:45.394" v="6" actId="478"/>
        <pc:sldMkLst>
          <pc:docMk/>
          <pc:sldMk cId="0" sldId="264"/>
        </pc:sldMkLst>
        <pc:picChg chg="del">
          <ac:chgData name="Monica Nguyen" userId="48a70956027f2617" providerId="LiveId" clId="{0802D77A-1571-49D8-85A9-AEBE79ECA924}" dt="2026-10-26T04:22:45.394" v="6" actId="478"/>
          <ac:picMkLst>
            <pc:docMk/>
            <pc:sldMk cId="0" sldId="264"/>
            <ac:picMk id="10" creationId="{CAAC0787-AB63-534E-B274-D805FA64D6F7}"/>
          </ac:picMkLst>
        </pc:picChg>
      </pc:sldChg>
      <pc:sldChg chg="delSp mod delAnim">
        <pc:chgData name="Monica Nguyen" userId="48a70956027f2617" providerId="LiveId" clId="{0802D77A-1571-49D8-85A9-AEBE79ECA924}" dt="2026-10-26T04:22:43.683" v="5" actId="478"/>
        <pc:sldMkLst>
          <pc:docMk/>
          <pc:sldMk cId="0" sldId="265"/>
        </pc:sldMkLst>
        <pc:picChg chg="del">
          <ac:chgData name="Monica Nguyen" userId="48a70956027f2617" providerId="LiveId" clId="{0802D77A-1571-49D8-85A9-AEBE79ECA924}" dt="2026-10-26T04:22:43.683" v="5" actId="478"/>
          <ac:picMkLst>
            <pc:docMk/>
            <pc:sldMk cId="0" sldId="265"/>
            <ac:picMk id="5" creationId="{33C66731-5C3D-837E-42E7-208EF5041A3D}"/>
          </ac:picMkLst>
        </pc:picChg>
      </pc:sldChg>
      <pc:sldChg chg="delSp mod delAnim">
        <pc:chgData name="Monica Nguyen" userId="48a70956027f2617" providerId="LiveId" clId="{0802D77A-1571-49D8-85A9-AEBE79ECA924}" dt="2026-10-26T04:22:42.307" v="4" actId="478"/>
        <pc:sldMkLst>
          <pc:docMk/>
          <pc:sldMk cId="0" sldId="266"/>
        </pc:sldMkLst>
        <pc:picChg chg="del">
          <ac:chgData name="Monica Nguyen" userId="48a70956027f2617" providerId="LiveId" clId="{0802D77A-1571-49D8-85A9-AEBE79ECA924}" dt="2026-10-26T04:22:42.307" v="4" actId="478"/>
          <ac:picMkLst>
            <pc:docMk/>
            <pc:sldMk cId="0" sldId="266"/>
            <ac:picMk id="5" creationId="{1494E7FB-9A09-F8EF-5BC0-5A340B0A9150}"/>
          </ac:picMkLst>
        </pc:picChg>
      </pc:sldChg>
      <pc:sldChg chg="delSp mod delAnim">
        <pc:chgData name="Monica Nguyen" userId="48a70956027f2617" providerId="LiveId" clId="{0802D77A-1571-49D8-85A9-AEBE79ECA924}" dt="2026-10-26T04:22:40.964" v="3" actId="478"/>
        <pc:sldMkLst>
          <pc:docMk/>
          <pc:sldMk cId="0" sldId="267"/>
        </pc:sldMkLst>
        <pc:picChg chg="del">
          <ac:chgData name="Monica Nguyen" userId="48a70956027f2617" providerId="LiveId" clId="{0802D77A-1571-49D8-85A9-AEBE79ECA924}" dt="2026-10-26T04:22:40.964" v="3" actId="478"/>
          <ac:picMkLst>
            <pc:docMk/>
            <pc:sldMk cId="0" sldId="267"/>
            <ac:picMk id="25" creationId="{CFD0DA62-ABFB-2879-7964-18C5866FF19F}"/>
          </ac:picMkLst>
        </pc:picChg>
      </pc:sldChg>
      <pc:sldChg chg="delSp mod delAnim">
        <pc:chgData name="Monica Nguyen" userId="48a70956027f2617" providerId="LiveId" clId="{0802D77A-1571-49D8-85A9-AEBE79ECA924}" dt="2026-10-26T04:22:37.568" v="1" actId="478"/>
        <pc:sldMkLst>
          <pc:docMk/>
          <pc:sldMk cId="0" sldId="268"/>
        </pc:sldMkLst>
        <pc:picChg chg="del">
          <ac:chgData name="Monica Nguyen" userId="48a70956027f2617" providerId="LiveId" clId="{0802D77A-1571-49D8-85A9-AEBE79ECA924}" dt="2026-10-26T04:22:37.568" v="1" actId="478"/>
          <ac:picMkLst>
            <pc:docMk/>
            <pc:sldMk cId="0" sldId="268"/>
            <ac:picMk id="20" creationId="{6330FFD6-3034-6E62-0BBD-93403A137540}"/>
          </ac:picMkLst>
        </pc:picChg>
      </pc:sldChg>
      <pc:sldChg chg="delSp mod delAnim">
        <pc:chgData name="Monica Nguyen" userId="48a70956027f2617" providerId="LiveId" clId="{0802D77A-1571-49D8-85A9-AEBE79ECA924}" dt="2026-10-26T04:22:36.169" v="0" actId="478"/>
        <pc:sldMkLst>
          <pc:docMk/>
          <pc:sldMk cId="0" sldId="269"/>
        </pc:sldMkLst>
        <pc:picChg chg="del">
          <ac:chgData name="Monica Nguyen" userId="48a70956027f2617" providerId="LiveId" clId="{0802D77A-1571-49D8-85A9-AEBE79ECA924}" dt="2026-10-26T04:22:36.169" v="0" actId="478"/>
          <ac:picMkLst>
            <pc:docMk/>
            <pc:sldMk cId="0" sldId="269"/>
            <ac:picMk id="6" creationId="{57710C18-CD1A-59F4-1F7B-799555119AA2}"/>
          </ac:picMkLst>
        </pc:picChg>
      </pc:sldChg>
      <pc:sldChg chg="delSp mod delAnim">
        <pc:chgData name="Monica Nguyen" userId="48a70956027f2617" providerId="LiveId" clId="{0802D77A-1571-49D8-85A9-AEBE79ECA924}" dt="2026-10-26T04:22:39.451" v="2" actId="478"/>
        <pc:sldMkLst>
          <pc:docMk/>
          <pc:sldMk cId="4256846853" sldId="270"/>
        </pc:sldMkLst>
        <pc:picChg chg="del">
          <ac:chgData name="Monica Nguyen" userId="48a70956027f2617" providerId="LiveId" clId="{0802D77A-1571-49D8-85A9-AEBE79ECA924}" dt="2026-10-26T04:22:39.451" v="2" actId="478"/>
          <ac:picMkLst>
            <pc:docMk/>
            <pc:sldMk cId="4256846853" sldId="270"/>
            <ac:picMk id="23" creationId="{9C32D153-96B8-E8F1-F0F0-F71DC3EADDC9}"/>
          </ac:picMkLst>
        </pc:picChg>
      </pc:sldChg>
      <pc:sldChg chg="delSp mod delAnim">
        <pc:chgData name="Monica Nguyen" userId="48a70956027f2617" providerId="LiveId" clId="{0802D77A-1571-49D8-85A9-AEBE79ECA924}" dt="2026-10-26T04:22:48.595" v="8" actId="478"/>
        <pc:sldMkLst>
          <pc:docMk/>
          <pc:sldMk cId="489461725" sldId="271"/>
        </pc:sldMkLst>
        <pc:picChg chg="del">
          <ac:chgData name="Monica Nguyen" userId="48a70956027f2617" providerId="LiveId" clId="{0802D77A-1571-49D8-85A9-AEBE79ECA924}" dt="2026-10-26T04:22:48.595" v="8" actId="478"/>
          <ac:picMkLst>
            <pc:docMk/>
            <pc:sldMk cId="489461725" sldId="271"/>
            <ac:picMk id="11" creationId="{9C106CC9-578D-0394-4961-CE315377C247}"/>
          </ac:picMkLst>
        </pc:picChg>
      </pc:sldChg>
      <pc:sldChg chg="delSp mod delAnim">
        <pc:chgData name="Monica Nguyen" userId="48a70956027f2617" providerId="LiveId" clId="{0802D77A-1571-49D8-85A9-AEBE79ECA924}" dt="2026-10-26T04:22:53.654" v="10" actId="478"/>
        <pc:sldMkLst>
          <pc:docMk/>
          <pc:sldMk cId="516165526" sldId="272"/>
        </pc:sldMkLst>
        <pc:picChg chg="del">
          <ac:chgData name="Monica Nguyen" userId="48a70956027f2617" providerId="LiveId" clId="{0802D77A-1571-49D8-85A9-AEBE79ECA924}" dt="2026-10-26T04:22:53.654" v="10" actId="478"/>
          <ac:picMkLst>
            <pc:docMk/>
            <pc:sldMk cId="516165526" sldId="272"/>
            <ac:picMk id="13" creationId="{02505CD4-434F-9608-0F61-47A684CD2614}"/>
          </ac:picMkLst>
        </pc:picChg>
      </pc:sldChg>
      <pc:sldChg chg="delSp mod delAnim">
        <pc:chgData name="Monica Nguyen" userId="48a70956027f2617" providerId="LiveId" clId="{0802D77A-1571-49D8-85A9-AEBE79ECA924}" dt="2026-10-26T04:22:47.014" v="7" actId="478"/>
        <pc:sldMkLst>
          <pc:docMk/>
          <pc:sldMk cId="318745912" sldId="273"/>
        </pc:sldMkLst>
        <pc:picChg chg="del">
          <ac:chgData name="Monica Nguyen" userId="48a70956027f2617" providerId="LiveId" clId="{0802D77A-1571-49D8-85A9-AEBE79ECA924}" dt="2026-10-26T04:22:47.014" v="7" actId="478"/>
          <ac:picMkLst>
            <pc:docMk/>
            <pc:sldMk cId="318745912" sldId="273"/>
            <ac:picMk id="10" creationId="{76BBD0A2-90DE-1B23-01CF-5A14B11B04FD}"/>
          </ac:picMkLst>
        </pc:picChg>
      </pc:sldChg>
      <pc:sldChg chg="delSp mod delAnim">
        <pc:chgData name="Monica Nguyen" userId="48a70956027f2617" providerId="LiveId" clId="{0802D77A-1571-49D8-85A9-AEBE79ECA924}" dt="2026-10-26T04:22:50.602" v="9" actId="478"/>
        <pc:sldMkLst>
          <pc:docMk/>
          <pc:sldMk cId="1983178350" sldId="274"/>
        </pc:sldMkLst>
        <pc:picChg chg="del">
          <ac:chgData name="Monica Nguyen" userId="48a70956027f2617" providerId="LiveId" clId="{0802D77A-1571-49D8-85A9-AEBE79ECA924}" dt="2026-10-26T04:22:50.602" v="9" actId="478"/>
          <ac:picMkLst>
            <pc:docMk/>
            <pc:sldMk cId="1983178350" sldId="274"/>
            <ac:picMk id="22" creationId="{6980F277-56C9-1A8B-CC51-8F17D115C776}"/>
          </ac:picMkLst>
        </pc:picChg>
      </pc:sldChg>
    </pc:docChg>
  </pc:docChgLst>
  <pc:docChgLst>
    <pc:chgData name="Nguyen, Monica" userId="643ec0ab-496e-4df3-833d-e4797a6b4acf" providerId="ADAL" clId="{0802D77A-1571-49D8-85A9-AEBE79ECA924}"/>
    <pc:docChg chg="undo custSel addSld delSld modSld sldOrd">
      <pc:chgData name="Nguyen, Monica" userId="643ec0ab-496e-4df3-833d-e4797a6b4acf" providerId="ADAL" clId="{0802D77A-1571-49D8-85A9-AEBE79ECA924}" dt="2026-10-26T04:21:12.870" v="15693" actId="20577"/>
      <pc:docMkLst>
        <pc:docMk/>
      </pc:docMkLst>
      <pc:sldChg chg="addSp delSp modSp mod modTransition modAnim modNotesTx">
        <pc:chgData name="Nguyen, Monica" userId="643ec0ab-496e-4df3-833d-e4797a6b4acf" providerId="ADAL" clId="{0802D77A-1571-49D8-85A9-AEBE79ECA924}" dt="2026-10-26T04:20:10.301" v="15674" actId="6549"/>
        <pc:sldMkLst>
          <pc:docMk/>
          <pc:sldMk cId="0" sldId="256"/>
        </pc:sldMkLst>
        <pc:spChg chg="mod">
          <ac:chgData name="Nguyen, Monica" userId="643ec0ab-496e-4df3-833d-e4797a6b4acf" providerId="ADAL" clId="{0802D77A-1571-49D8-85A9-AEBE79ECA924}" dt="2026-10-13T20:58:15.566" v="23" actId="20577"/>
          <ac:spMkLst>
            <pc:docMk/>
            <pc:sldMk cId="0" sldId="256"/>
            <ac:spMk id="145" creationId="{00000000-0000-0000-0000-000000000000}"/>
          </ac:spMkLst>
        </pc:spChg>
        <pc:picChg chg="add mod">
          <ac:chgData name="Nguyen, Monica" userId="643ec0ab-496e-4df3-833d-e4797a6b4acf" providerId="ADAL" clId="{0802D77A-1571-49D8-85A9-AEBE79ECA924}" dt="2026-10-19T01:46:33.144" v="15559" actId="1076"/>
          <ac:picMkLst>
            <pc:docMk/>
            <pc:sldMk cId="0" sldId="256"/>
            <ac:picMk id="12" creationId="{175C586D-1709-76F1-DAEF-9DD919AEFA9B}"/>
          </ac:picMkLst>
        </pc:picChg>
      </pc:sldChg>
      <pc:sldChg chg="addSp delSp modSp mod modTransition modAnim modNotesTx">
        <pc:chgData name="Nguyen, Monica" userId="643ec0ab-496e-4df3-833d-e4797a6b4acf" providerId="ADAL" clId="{0802D77A-1571-49D8-85A9-AEBE79ECA924}" dt="2026-10-26T04:20:19.072" v="15675" actId="6549"/>
        <pc:sldMkLst>
          <pc:docMk/>
          <pc:sldMk cId="0" sldId="257"/>
        </pc:sldMkLst>
        <pc:spChg chg="mod">
          <ac:chgData name="Nguyen, Monica" userId="643ec0ab-496e-4df3-833d-e4797a6b4acf" providerId="ADAL" clId="{0802D77A-1571-49D8-85A9-AEBE79ECA924}" dt="2026-10-16T22:42:48.874" v="5511" actId="20577"/>
          <ac:spMkLst>
            <pc:docMk/>
            <pc:sldMk cId="0" sldId="257"/>
            <ac:spMk id="152" creationId="{00000000-0000-0000-0000-000000000000}"/>
          </ac:spMkLst>
        </pc:spChg>
        <pc:picChg chg="add mod">
          <ac:chgData name="Nguyen, Monica" userId="643ec0ab-496e-4df3-833d-e4797a6b4acf" providerId="ADAL" clId="{0802D77A-1571-49D8-85A9-AEBE79ECA924}" dt="2026-10-19T01:46:28.111" v="15558" actId="1076"/>
          <ac:picMkLst>
            <pc:docMk/>
            <pc:sldMk cId="0" sldId="257"/>
            <ac:picMk id="20" creationId="{7AA0A3AB-42F1-BA32-7D12-D923D5C5553B}"/>
          </ac:picMkLst>
        </pc:picChg>
        <pc:picChg chg="mod">
          <ac:chgData name="Nguyen, Monica" userId="643ec0ab-496e-4df3-833d-e4797a6b4acf" providerId="ADAL" clId="{0802D77A-1571-49D8-85A9-AEBE79ECA924}" dt="2026-10-16T22:43:00.753" v="5512" actId="1076"/>
          <ac:picMkLst>
            <pc:docMk/>
            <pc:sldMk cId="0" sldId="257"/>
            <ac:picMk id="153" creationId="{00000000-0000-0000-0000-000000000000}"/>
          </ac:picMkLst>
        </pc:picChg>
      </pc:sldChg>
      <pc:sldChg chg="addSp delSp modSp mod modTransition modAnim modNotesTx">
        <pc:chgData name="Nguyen, Monica" userId="643ec0ab-496e-4df3-833d-e4797a6b4acf" providerId="ADAL" clId="{0802D77A-1571-49D8-85A9-AEBE79ECA924}" dt="2026-10-26T04:20:21.967" v="15676" actId="6549"/>
        <pc:sldMkLst>
          <pc:docMk/>
          <pc:sldMk cId="0" sldId="258"/>
        </pc:sldMkLst>
        <pc:spChg chg="add mod">
          <ac:chgData name="Nguyen, Monica" userId="643ec0ab-496e-4df3-833d-e4797a6b4acf" providerId="ADAL" clId="{0802D77A-1571-49D8-85A9-AEBE79ECA924}" dt="2026-10-16T07:41:50.677" v="5299" actId="14100"/>
          <ac:spMkLst>
            <pc:docMk/>
            <pc:sldMk cId="0" sldId="258"/>
            <ac:spMk id="3" creationId="{B25088FF-9624-BA97-B2EA-3F8B6E18DBAA}"/>
          </ac:spMkLst>
        </pc:spChg>
        <pc:spChg chg="add del mod">
          <ac:chgData name="Nguyen, Monica" userId="643ec0ab-496e-4df3-833d-e4797a6b4acf" providerId="ADAL" clId="{0802D77A-1571-49D8-85A9-AEBE79ECA924}" dt="2026-10-16T07:42:14.714" v="5321" actId="20577"/>
          <ac:spMkLst>
            <pc:docMk/>
            <pc:sldMk cId="0" sldId="258"/>
            <ac:spMk id="4" creationId="{55E70CD4-A7CC-8F3C-B05E-5CB31FA063BC}"/>
          </ac:spMkLst>
        </pc:spChg>
        <pc:graphicFrameChg chg="add mod modGraphic">
          <ac:chgData name="Nguyen, Monica" userId="643ec0ab-496e-4df3-833d-e4797a6b4acf" providerId="ADAL" clId="{0802D77A-1571-49D8-85A9-AEBE79ECA924}" dt="2026-10-17T23:41:05.482" v="11871" actId="242"/>
          <ac:graphicFrameMkLst>
            <pc:docMk/>
            <pc:sldMk cId="0" sldId="258"/>
            <ac:graphicFrameMk id="2" creationId="{317B2ED8-B7CC-949D-948F-C630FA502E69}"/>
          </ac:graphicFrameMkLst>
        </pc:graphicFrameChg>
        <pc:picChg chg="add mod">
          <ac:chgData name="Nguyen, Monica" userId="643ec0ab-496e-4df3-833d-e4797a6b4acf" providerId="ADAL" clId="{0802D77A-1571-49D8-85A9-AEBE79ECA924}" dt="2026-10-19T01:46:21.931" v="15557" actId="1076"/>
          <ac:picMkLst>
            <pc:docMk/>
            <pc:sldMk cId="0" sldId="258"/>
            <ac:picMk id="24" creationId="{AF0B1BF9-D740-B521-5C46-B782DBC4CC79}"/>
          </ac:picMkLst>
        </pc:picChg>
      </pc:sldChg>
      <pc:sldChg chg="addSp delSp modSp mod modTransition modAnim modNotesTx">
        <pc:chgData name="Nguyen, Monica" userId="643ec0ab-496e-4df3-833d-e4797a6b4acf" providerId="ADAL" clId="{0802D77A-1571-49D8-85A9-AEBE79ECA924}" dt="2026-10-26T04:20:24.960" v="15677" actId="6549"/>
        <pc:sldMkLst>
          <pc:docMk/>
          <pc:sldMk cId="0" sldId="259"/>
        </pc:sldMkLst>
        <pc:graphicFrameChg chg="add mod modGraphic">
          <ac:chgData name="Nguyen, Monica" userId="643ec0ab-496e-4df3-833d-e4797a6b4acf" providerId="ADAL" clId="{0802D77A-1571-49D8-85A9-AEBE79ECA924}" dt="2026-10-18T04:14:09.663" v="14011" actId="20577"/>
          <ac:graphicFrameMkLst>
            <pc:docMk/>
            <pc:sldMk cId="0" sldId="259"/>
            <ac:graphicFrameMk id="2" creationId="{3C4AEEDD-8AE8-648C-2A45-E2539872CEB4}"/>
          </ac:graphicFrameMkLst>
        </pc:graphicFrameChg>
        <pc:picChg chg="add mod">
          <ac:chgData name="Nguyen, Monica" userId="643ec0ab-496e-4df3-833d-e4797a6b4acf" providerId="ADAL" clId="{0802D77A-1571-49D8-85A9-AEBE79ECA924}" dt="2026-10-19T01:46:51.535" v="15565" actId="1076"/>
          <ac:picMkLst>
            <pc:docMk/>
            <pc:sldMk cId="0" sldId="259"/>
            <ac:picMk id="52" creationId="{E4803A88-1B6C-1146-3B99-A0E1A9C93AED}"/>
          </ac:picMkLst>
        </pc:picChg>
      </pc:sldChg>
      <pc:sldChg chg="addSp delSp modSp mod modNotesTx">
        <pc:chgData name="Nguyen, Monica" userId="643ec0ab-496e-4df3-833d-e4797a6b4acf" providerId="ADAL" clId="{0802D77A-1571-49D8-85A9-AEBE79ECA924}" dt="2026-10-26T04:20:28.105" v="15678" actId="6549"/>
        <pc:sldMkLst>
          <pc:docMk/>
          <pc:sldMk cId="0" sldId="260"/>
        </pc:sldMkLst>
        <pc:graphicFrameChg chg="add mod modGraphic">
          <ac:chgData name="Nguyen, Monica" userId="643ec0ab-496e-4df3-833d-e4797a6b4acf" providerId="ADAL" clId="{0802D77A-1571-49D8-85A9-AEBE79ECA924}" dt="2026-10-16T23:10:05.397" v="6179" actId="242"/>
          <ac:graphicFrameMkLst>
            <pc:docMk/>
            <pc:sldMk cId="0" sldId="260"/>
            <ac:graphicFrameMk id="2" creationId="{E7D272D9-6B9B-7027-4915-F0464A49F1FC}"/>
          </ac:graphicFrameMkLst>
        </pc:graphicFrameChg>
        <pc:picChg chg="add mod">
          <ac:chgData name="Nguyen, Monica" userId="643ec0ab-496e-4df3-833d-e4797a6b4acf" providerId="ADAL" clId="{0802D77A-1571-49D8-85A9-AEBE79ECA924}" dt="2026-10-19T01:47:05.224" v="15581" actId="1076"/>
          <ac:picMkLst>
            <pc:docMk/>
            <pc:sldMk cId="0" sldId="260"/>
            <ac:picMk id="5" creationId="{81AE8128-8B6B-6909-EAB5-6EBAA97B336B}"/>
          </ac:picMkLst>
        </pc:picChg>
      </pc:sldChg>
      <pc:sldChg chg="addSp delSp modSp mod modTransition modAnim modNotesTx">
        <pc:chgData name="Nguyen, Monica" userId="643ec0ab-496e-4df3-833d-e4797a6b4acf" providerId="ADAL" clId="{0802D77A-1571-49D8-85A9-AEBE79ECA924}" dt="2026-10-26T04:20:30.879" v="15679" actId="6549"/>
        <pc:sldMkLst>
          <pc:docMk/>
          <pc:sldMk cId="0" sldId="261"/>
        </pc:sldMkLst>
        <pc:spChg chg="mod">
          <ac:chgData name="Nguyen, Monica" userId="643ec0ab-496e-4df3-833d-e4797a6b4acf" providerId="ADAL" clId="{0802D77A-1571-49D8-85A9-AEBE79ECA924}" dt="2026-10-18T10:18:14.699" v="15174" actId="20577"/>
          <ac:spMkLst>
            <pc:docMk/>
            <pc:sldMk cId="0" sldId="261"/>
            <ac:spMk id="182" creationId="{00000000-0000-0000-0000-000000000000}"/>
          </ac:spMkLst>
        </pc:spChg>
        <pc:picChg chg="add mod">
          <ac:chgData name="Nguyen, Monica" userId="643ec0ab-496e-4df3-833d-e4797a6b4acf" providerId="ADAL" clId="{0802D77A-1571-49D8-85A9-AEBE79ECA924}" dt="2026-10-19T01:47:15.812" v="15585" actId="1076"/>
          <ac:picMkLst>
            <pc:docMk/>
            <pc:sldMk cId="0" sldId="261"/>
            <ac:picMk id="15" creationId="{9569CFBD-FCD5-4852-BAC6-EB71AE026735}"/>
          </ac:picMkLst>
        </pc:picChg>
      </pc:sldChg>
      <pc:sldChg chg="addSp delSp modSp mod modTransition modAnim modNotesTx">
        <pc:chgData name="Nguyen, Monica" userId="643ec0ab-496e-4df3-833d-e4797a6b4acf" providerId="ADAL" clId="{0802D77A-1571-49D8-85A9-AEBE79ECA924}" dt="2026-10-26T04:20:34.727" v="15680" actId="6549"/>
        <pc:sldMkLst>
          <pc:docMk/>
          <pc:sldMk cId="0" sldId="262"/>
        </pc:sldMkLst>
        <pc:spChg chg="mod">
          <ac:chgData name="Nguyen, Monica" userId="643ec0ab-496e-4df3-833d-e4797a6b4acf" providerId="ADAL" clId="{0802D77A-1571-49D8-85A9-AEBE79ECA924}" dt="2026-10-17T04:59:23.467" v="8386" actId="27636"/>
          <ac:spMkLst>
            <pc:docMk/>
            <pc:sldMk cId="0" sldId="262"/>
            <ac:spMk id="189" creationId="{00000000-0000-0000-0000-000000000000}"/>
          </ac:spMkLst>
        </pc:spChg>
        <pc:picChg chg="add mod">
          <ac:chgData name="Nguyen, Monica" userId="643ec0ab-496e-4df3-833d-e4797a6b4acf" providerId="ADAL" clId="{0802D77A-1571-49D8-85A9-AEBE79ECA924}" dt="2026-10-19T01:47:25.841" v="15589" actId="1076"/>
          <ac:picMkLst>
            <pc:docMk/>
            <pc:sldMk cId="0" sldId="262"/>
            <ac:picMk id="16" creationId="{75DF6C4E-9EDE-9804-4732-5AA2D8839D62}"/>
          </ac:picMkLst>
        </pc:picChg>
      </pc:sldChg>
      <pc:sldChg chg="addSp modSp mod modNotesTx">
        <pc:chgData name="Nguyen, Monica" userId="643ec0ab-496e-4df3-833d-e4797a6b4acf" providerId="ADAL" clId="{0802D77A-1571-49D8-85A9-AEBE79ECA924}" dt="2026-10-26T04:20:38.251" v="15681" actId="6549"/>
        <pc:sldMkLst>
          <pc:docMk/>
          <pc:sldMk cId="0" sldId="263"/>
        </pc:sldMkLst>
        <pc:spChg chg="mod">
          <ac:chgData name="Nguyen, Monica" userId="643ec0ab-496e-4df3-833d-e4797a6b4acf" providerId="ADAL" clId="{0802D77A-1571-49D8-85A9-AEBE79ECA924}" dt="2026-10-17T08:12:35.253" v="10880" actId="20577"/>
          <ac:spMkLst>
            <pc:docMk/>
            <pc:sldMk cId="0" sldId="263"/>
            <ac:spMk id="196" creationId="{00000000-0000-0000-0000-000000000000}"/>
          </ac:spMkLst>
        </pc:spChg>
        <pc:picChg chg="add mod">
          <ac:chgData name="Nguyen, Monica" userId="643ec0ab-496e-4df3-833d-e4797a6b4acf" providerId="ADAL" clId="{0802D77A-1571-49D8-85A9-AEBE79ECA924}" dt="2026-10-19T01:47:36.837" v="15592" actId="1076"/>
          <ac:picMkLst>
            <pc:docMk/>
            <pc:sldMk cId="0" sldId="263"/>
            <ac:picMk id="6" creationId="{2F7DC02A-E1B3-4AC4-AC94-5E4A4A553D04}"/>
          </ac:picMkLst>
        </pc:picChg>
      </pc:sldChg>
      <pc:sldChg chg="addSp delSp modSp mod modTransition modAnim modNotesTx">
        <pc:chgData name="Nguyen, Monica" userId="643ec0ab-496e-4df3-833d-e4797a6b4acf" providerId="ADAL" clId="{0802D77A-1571-49D8-85A9-AEBE79ECA924}" dt="2026-10-26T04:20:53.513" v="15687" actId="20577"/>
        <pc:sldMkLst>
          <pc:docMk/>
          <pc:sldMk cId="0" sldId="264"/>
        </pc:sldMkLst>
      </pc:sldChg>
      <pc:sldChg chg="addSp modSp mod modNotesTx">
        <pc:chgData name="Nguyen, Monica" userId="643ec0ab-496e-4df3-833d-e4797a6b4acf" providerId="ADAL" clId="{0802D77A-1571-49D8-85A9-AEBE79ECA924}" dt="2026-10-26T04:20:57.397" v="15688" actId="20577"/>
        <pc:sldMkLst>
          <pc:docMk/>
          <pc:sldMk cId="0" sldId="265"/>
        </pc:sldMkLst>
        <pc:spChg chg="mod">
          <ac:chgData name="Nguyen, Monica" userId="643ec0ab-496e-4df3-833d-e4797a6b4acf" providerId="ADAL" clId="{0802D77A-1571-49D8-85A9-AEBE79ECA924}" dt="2026-10-17T04:32:32.980" v="7772" actId="15"/>
          <ac:spMkLst>
            <pc:docMk/>
            <pc:sldMk cId="0" sldId="265"/>
            <ac:spMk id="210" creationId="{00000000-0000-0000-0000-000000000000}"/>
          </ac:spMkLst>
        </pc:spChg>
      </pc:sldChg>
      <pc:sldChg chg="addSp delSp modSp mod modNotesTx">
        <pc:chgData name="Nguyen, Monica" userId="643ec0ab-496e-4df3-833d-e4797a6b4acf" providerId="ADAL" clId="{0802D77A-1571-49D8-85A9-AEBE79ECA924}" dt="2026-10-26T04:20:59.731" v="15689" actId="20577"/>
        <pc:sldMkLst>
          <pc:docMk/>
          <pc:sldMk cId="0" sldId="266"/>
        </pc:sldMkLst>
        <pc:graphicFrameChg chg="add mod modGraphic">
          <ac:chgData name="Nguyen, Monica" userId="643ec0ab-496e-4df3-833d-e4797a6b4acf" providerId="ADAL" clId="{0802D77A-1571-49D8-85A9-AEBE79ECA924}" dt="2026-10-18T04:11:10.222" v="13951" actId="20577"/>
          <ac:graphicFrameMkLst>
            <pc:docMk/>
            <pc:sldMk cId="0" sldId="266"/>
            <ac:graphicFrameMk id="15" creationId="{8514AAC2-0EC5-B845-78C8-1163F21F85E0}"/>
          </ac:graphicFrameMkLst>
        </pc:graphicFrameChg>
      </pc:sldChg>
      <pc:sldChg chg="addSp delSp modSp mod modTransition modAnim modNotesTx">
        <pc:chgData name="Nguyen, Monica" userId="643ec0ab-496e-4df3-833d-e4797a6b4acf" providerId="ADAL" clId="{0802D77A-1571-49D8-85A9-AEBE79ECA924}" dt="2026-10-26T04:21:02.294" v="15690" actId="20577"/>
        <pc:sldMkLst>
          <pc:docMk/>
          <pc:sldMk cId="0" sldId="267"/>
        </pc:sldMkLst>
        <pc:spChg chg="mod">
          <ac:chgData name="Nguyen, Monica" userId="643ec0ab-496e-4df3-833d-e4797a6b4acf" providerId="ADAL" clId="{0802D77A-1571-49D8-85A9-AEBE79ECA924}" dt="2026-10-18T04:12:17.642" v="13966" actId="20577"/>
          <ac:spMkLst>
            <pc:docMk/>
            <pc:sldMk cId="0" sldId="267"/>
            <ac:spMk id="224" creationId="{00000000-0000-0000-0000-000000000000}"/>
          </ac:spMkLst>
        </pc:spChg>
      </pc:sldChg>
      <pc:sldChg chg="addSp delSp modSp mod modTransition modAnim modNotesTx">
        <pc:chgData name="Nguyen, Monica" userId="643ec0ab-496e-4df3-833d-e4797a6b4acf" providerId="ADAL" clId="{0802D77A-1571-49D8-85A9-AEBE79ECA924}" dt="2026-10-26T04:21:10.434" v="15692" actId="20577"/>
        <pc:sldMkLst>
          <pc:docMk/>
          <pc:sldMk cId="0" sldId="268"/>
        </pc:sldMkLst>
        <pc:spChg chg="mod">
          <ac:chgData name="Nguyen, Monica" userId="643ec0ab-496e-4df3-833d-e4797a6b4acf" providerId="ADAL" clId="{0802D77A-1571-49D8-85A9-AEBE79ECA924}" dt="2026-10-18T04:29:54.446" v="14987" actId="27636"/>
          <ac:spMkLst>
            <pc:docMk/>
            <pc:sldMk cId="0" sldId="268"/>
            <ac:spMk id="231" creationId="{00000000-0000-0000-0000-000000000000}"/>
          </ac:spMkLst>
        </pc:spChg>
      </pc:sldChg>
      <pc:sldChg chg="addSp modSp mod modNotesTx">
        <pc:chgData name="Nguyen, Monica" userId="643ec0ab-496e-4df3-833d-e4797a6b4acf" providerId="ADAL" clId="{0802D77A-1571-49D8-85A9-AEBE79ECA924}" dt="2026-10-26T04:21:12.870" v="15693" actId="20577"/>
        <pc:sldMkLst>
          <pc:docMk/>
          <pc:sldMk cId="0" sldId="269"/>
        </pc:sldMkLst>
        <pc:spChg chg="mod">
          <ac:chgData name="Nguyen, Monica" userId="643ec0ab-496e-4df3-833d-e4797a6b4acf" providerId="ADAL" clId="{0802D77A-1571-49D8-85A9-AEBE79ECA924}" dt="2026-10-19T01:11:33.666" v="15538" actId="27636"/>
          <ac:spMkLst>
            <pc:docMk/>
            <pc:sldMk cId="0" sldId="269"/>
            <ac:spMk id="238" creationId="{00000000-0000-0000-0000-000000000000}"/>
          </ac:spMkLst>
        </pc:spChg>
      </pc:sldChg>
      <pc:sldChg chg="addSp delSp modSp new mod ord modTransition modAnim modNotesTx">
        <pc:chgData name="Nguyen, Monica" userId="643ec0ab-496e-4df3-833d-e4797a6b4acf" providerId="ADAL" clId="{0802D77A-1571-49D8-85A9-AEBE79ECA924}" dt="2026-10-26T04:21:05.314" v="15691" actId="20577"/>
        <pc:sldMkLst>
          <pc:docMk/>
          <pc:sldMk cId="4256846853" sldId="270"/>
        </pc:sldMkLst>
        <pc:spChg chg="mod">
          <ac:chgData name="Nguyen, Monica" userId="643ec0ab-496e-4df3-833d-e4797a6b4acf" providerId="ADAL" clId="{0802D77A-1571-49D8-85A9-AEBE79ECA924}" dt="2026-10-18T03:59:31.102" v="13590" actId="20577"/>
          <ac:spMkLst>
            <pc:docMk/>
            <pc:sldMk cId="4256846853" sldId="270"/>
            <ac:spMk id="2" creationId="{8FE9C5E5-9419-3647-6E6E-D638F11CB256}"/>
          </ac:spMkLst>
        </pc:spChg>
        <pc:spChg chg="mod">
          <ac:chgData name="Nguyen, Monica" userId="643ec0ab-496e-4df3-833d-e4797a6b4acf" providerId="ADAL" clId="{0802D77A-1571-49D8-85A9-AEBE79ECA924}" dt="2026-10-18T11:02:00.374" v="15180" actId="20577"/>
          <ac:spMkLst>
            <pc:docMk/>
            <pc:sldMk cId="4256846853" sldId="270"/>
            <ac:spMk id="3" creationId="{63AA8571-CF1A-9953-5C58-54D54630466E}"/>
          </ac:spMkLst>
        </pc:spChg>
      </pc:sldChg>
      <pc:sldChg chg="addSp delSp modSp new mod modTransition modClrScheme modAnim chgLayout modNotesTx">
        <pc:chgData name="Nguyen, Monica" userId="643ec0ab-496e-4df3-833d-e4797a6b4acf" providerId="ADAL" clId="{0802D77A-1571-49D8-85A9-AEBE79ECA924}" dt="2026-10-26T04:20:49.037" v="15685" actId="20577"/>
        <pc:sldMkLst>
          <pc:docMk/>
          <pc:sldMk cId="489461725" sldId="271"/>
        </pc:sldMkLst>
        <pc:spChg chg="add mod ord">
          <ac:chgData name="Nguyen, Monica" userId="643ec0ab-496e-4df3-833d-e4797a6b4acf" providerId="ADAL" clId="{0802D77A-1571-49D8-85A9-AEBE79ECA924}" dt="2026-10-17T07:49:53.313" v="9793" actId="14100"/>
          <ac:spMkLst>
            <pc:docMk/>
            <pc:sldMk cId="489461725" sldId="271"/>
            <ac:spMk id="4" creationId="{14B009E6-FB5C-B66B-1B56-CD98FC3B4684}"/>
          </ac:spMkLst>
        </pc:spChg>
        <pc:spChg chg="add mod ord">
          <ac:chgData name="Nguyen, Monica" userId="643ec0ab-496e-4df3-833d-e4797a6b4acf" providerId="ADAL" clId="{0802D77A-1571-49D8-85A9-AEBE79ECA924}" dt="2026-10-17T07:52:38.300" v="9916" actId="1076"/>
          <ac:spMkLst>
            <pc:docMk/>
            <pc:sldMk cId="489461725" sldId="271"/>
            <ac:spMk id="40" creationId="{B88284C8-6702-2F4E-5CD2-F13B44453CB7}"/>
          </ac:spMkLst>
        </pc:spChg>
        <pc:spChg chg="add mod ord">
          <ac:chgData name="Nguyen, Monica" userId="643ec0ab-496e-4df3-833d-e4797a6b4acf" providerId="ADAL" clId="{0802D77A-1571-49D8-85A9-AEBE79ECA924}" dt="2026-10-17T07:53:24.589" v="9949" actId="20577"/>
          <ac:spMkLst>
            <pc:docMk/>
            <pc:sldMk cId="489461725" sldId="271"/>
            <ac:spMk id="41" creationId="{89E03ADA-7AE5-C2BD-C857-D851BAFDE4D5}"/>
          </ac:spMkLst>
        </pc:spChg>
        <pc:picChg chg="add del mod modCrop">
          <ac:chgData name="Nguyen, Monica" userId="643ec0ab-496e-4df3-833d-e4797a6b4acf" providerId="ADAL" clId="{0802D77A-1571-49D8-85A9-AEBE79ECA924}" dt="2026-10-17T07:57:03.120" v="9983" actId="1076"/>
          <ac:picMkLst>
            <pc:docMk/>
            <pc:sldMk cId="489461725" sldId="271"/>
            <ac:picMk id="8" creationId="{5D9A2578-BC93-E59E-0525-A898F9E7FC67}"/>
          </ac:picMkLst>
        </pc:picChg>
        <pc:picChg chg="add mod">
          <ac:chgData name="Nguyen, Monica" userId="643ec0ab-496e-4df3-833d-e4797a6b4acf" providerId="ADAL" clId="{0802D77A-1571-49D8-85A9-AEBE79ECA924}" dt="2026-10-19T01:48:06.919" v="15627" actId="1076"/>
          <ac:picMkLst>
            <pc:docMk/>
            <pc:sldMk cId="489461725" sldId="271"/>
            <ac:picMk id="11" creationId="{9C106CC9-578D-0394-4961-CE315377C247}"/>
          </ac:picMkLst>
        </pc:picChg>
        <pc:picChg chg="add mod modCrop">
          <ac:chgData name="Nguyen, Monica" userId="643ec0ab-496e-4df3-833d-e4797a6b4acf" providerId="ADAL" clId="{0802D77A-1571-49D8-85A9-AEBE79ECA924}" dt="2026-10-17T07:57:35.587" v="9986" actId="732"/>
          <ac:picMkLst>
            <pc:docMk/>
            <pc:sldMk cId="489461725" sldId="271"/>
            <ac:picMk id="44" creationId="{C8E278B3-A4FD-FBC2-184C-A7D7197C115C}"/>
          </ac:picMkLst>
        </pc:picChg>
      </pc:sldChg>
      <pc:sldChg chg="addSp delSp modSp new mod ord modTransition modAnim chgLayout modNotesTx">
        <pc:chgData name="Nguyen, Monica" userId="643ec0ab-496e-4df3-833d-e4797a6b4acf" providerId="ADAL" clId="{0802D77A-1571-49D8-85A9-AEBE79ECA924}" dt="2026-10-26T04:20:41.539" v="15682" actId="6549"/>
        <pc:sldMkLst>
          <pc:docMk/>
          <pc:sldMk cId="516165526" sldId="272"/>
        </pc:sldMkLst>
        <pc:spChg chg="add mod ord">
          <ac:chgData name="Nguyen, Monica" userId="643ec0ab-496e-4df3-833d-e4797a6b4acf" providerId="ADAL" clId="{0802D77A-1571-49D8-85A9-AEBE79ECA924}" dt="2026-10-17T07:56:23.205" v="9980" actId="20577"/>
          <ac:spMkLst>
            <pc:docMk/>
            <pc:sldMk cId="516165526" sldId="272"/>
            <ac:spMk id="8" creationId="{FF8B0074-D268-42B8-D57B-46DCA4C1D4C3}"/>
          </ac:spMkLst>
        </pc:spChg>
        <pc:spChg chg="add mod ord">
          <ac:chgData name="Nguyen, Monica" userId="643ec0ab-496e-4df3-833d-e4797a6b4acf" providerId="ADAL" clId="{0802D77A-1571-49D8-85A9-AEBE79ECA924}" dt="2026-10-17T07:59:05.862" v="10080" actId="14100"/>
          <ac:spMkLst>
            <pc:docMk/>
            <pc:sldMk cId="516165526" sldId="272"/>
            <ac:spMk id="9" creationId="{FF05B889-49EC-8B4B-15EE-9D8A532D8014}"/>
          </ac:spMkLst>
        </pc:spChg>
        <pc:spChg chg="add mod ord">
          <ac:chgData name="Nguyen, Monica" userId="643ec0ab-496e-4df3-833d-e4797a6b4acf" providerId="ADAL" clId="{0802D77A-1571-49D8-85A9-AEBE79ECA924}" dt="2026-10-17T07:59:11.127" v="10082" actId="14100"/>
          <ac:spMkLst>
            <pc:docMk/>
            <pc:sldMk cId="516165526" sldId="272"/>
            <ac:spMk id="10" creationId="{41C46533-58F0-5C9B-08BE-C9C673479C31}"/>
          </ac:spMkLst>
        </pc:spChg>
        <pc:picChg chg="add mod">
          <ac:chgData name="Nguyen, Monica" userId="643ec0ab-496e-4df3-833d-e4797a6b4acf" providerId="ADAL" clId="{0802D77A-1571-49D8-85A9-AEBE79ECA924}" dt="2026-10-18T04:10:47.201" v="13950" actId="1076"/>
          <ac:picMkLst>
            <pc:docMk/>
            <pc:sldMk cId="516165526" sldId="272"/>
            <ac:picMk id="12" creationId="{24AA1E9B-C72D-7144-D63A-FDAED8467CD8}"/>
          </ac:picMkLst>
        </pc:picChg>
        <pc:picChg chg="add mod">
          <ac:chgData name="Nguyen, Monica" userId="643ec0ab-496e-4df3-833d-e4797a6b4acf" providerId="ADAL" clId="{0802D77A-1571-49D8-85A9-AEBE79ECA924}" dt="2026-10-19T01:47:46.280" v="15608" actId="1076"/>
          <ac:picMkLst>
            <pc:docMk/>
            <pc:sldMk cId="516165526" sldId="272"/>
            <ac:picMk id="13" creationId="{02505CD4-434F-9608-0F61-47A684CD2614}"/>
          </ac:picMkLst>
        </pc:picChg>
        <pc:picChg chg="add mod modCrop">
          <ac:chgData name="Nguyen, Monica" userId="643ec0ab-496e-4df3-833d-e4797a6b4acf" providerId="ADAL" clId="{0802D77A-1571-49D8-85A9-AEBE79ECA924}" dt="2026-10-17T07:59:36.200" v="10085" actId="732"/>
          <ac:picMkLst>
            <pc:docMk/>
            <pc:sldMk cId="516165526" sldId="272"/>
            <ac:picMk id="14" creationId="{677789E1-CD97-DA04-925C-86AC5AD118E3}"/>
          </ac:picMkLst>
        </pc:picChg>
      </pc:sldChg>
      <pc:sldChg chg="addSp modSp new mod ord modNotesTx">
        <pc:chgData name="Nguyen, Monica" userId="643ec0ab-496e-4df3-833d-e4797a6b4acf" providerId="ADAL" clId="{0802D77A-1571-49D8-85A9-AEBE79ECA924}" dt="2026-10-26T04:20:51.452" v="15686" actId="20577"/>
        <pc:sldMkLst>
          <pc:docMk/>
          <pc:sldMk cId="318745912" sldId="273"/>
        </pc:sldMkLst>
        <pc:spChg chg="mod">
          <ac:chgData name="Nguyen, Monica" userId="643ec0ab-496e-4df3-833d-e4797a6b4acf" providerId="ADAL" clId="{0802D77A-1571-49D8-85A9-AEBE79ECA924}" dt="2026-10-17T08:00:42.822" v="10116" actId="20577"/>
          <ac:spMkLst>
            <pc:docMk/>
            <pc:sldMk cId="318745912" sldId="273"/>
            <ac:spMk id="2" creationId="{94B094B7-1BBE-5A3C-05B7-0A6F297396BA}"/>
          </ac:spMkLst>
        </pc:spChg>
        <pc:spChg chg="mod">
          <ac:chgData name="Nguyen, Monica" userId="643ec0ab-496e-4df3-833d-e4797a6b4acf" providerId="ADAL" clId="{0802D77A-1571-49D8-85A9-AEBE79ECA924}" dt="2026-10-17T08:03:46.561" v="10270" actId="20577"/>
          <ac:spMkLst>
            <pc:docMk/>
            <pc:sldMk cId="318745912" sldId="273"/>
            <ac:spMk id="3" creationId="{C77A4EA4-4CBC-A3BA-FB46-76F848D9D555}"/>
          </ac:spMkLst>
        </pc:spChg>
        <pc:spChg chg="mod">
          <ac:chgData name="Nguyen, Monica" userId="643ec0ab-496e-4df3-833d-e4797a6b4acf" providerId="ADAL" clId="{0802D77A-1571-49D8-85A9-AEBE79ECA924}" dt="2026-10-17T08:02:35.050" v="10207" actId="1076"/>
          <ac:spMkLst>
            <pc:docMk/>
            <pc:sldMk cId="318745912" sldId="273"/>
            <ac:spMk id="4" creationId="{0A8FD46A-C897-DD8A-3EFD-D29441F1879A}"/>
          </ac:spMkLst>
        </pc:spChg>
        <pc:picChg chg="add mod">
          <ac:chgData name="Nguyen, Monica" userId="643ec0ab-496e-4df3-833d-e4797a6b4acf" providerId="ADAL" clId="{0802D77A-1571-49D8-85A9-AEBE79ECA924}" dt="2026-10-17T08:02:38.928" v="10208" actId="1076"/>
          <ac:picMkLst>
            <pc:docMk/>
            <pc:sldMk cId="318745912" sldId="273"/>
            <ac:picMk id="6" creationId="{A44C2B0E-8300-B613-DB60-DD036AC494D6}"/>
          </ac:picMkLst>
        </pc:picChg>
        <pc:picChg chg="add mod">
          <ac:chgData name="Nguyen, Monica" userId="643ec0ab-496e-4df3-833d-e4797a6b4acf" providerId="ADAL" clId="{0802D77A-1571-49D8-85A9-AEBE79ECA924}" dt="2026-10-17T08:02:56.733" v="10210" actId="1076"/>
          <ac:picMkLst>
            <pc:docMk/>
            <pc:sldMk cId="318745912" sldId="273"/>
            <ac:picMk id="8" creationId="{2D51B807-9600-2823-2534-5001A43BBBB4}"/>
          </ac:picMkLst>
        </pc:picChg>
        <pc:picChg chg="add mod">
          <ac:chgData name="Nguyen, Monica" userId="643ec0ab-496e-4df3-833d-e4797a6b4acf" providerId="ADAL" clId="{0802D77A-1571-49D8-85A9-AEBE79ECA924}" dt="2026-10-19T01:48:19.052" v="15631" actId="1076"/>
          <ac:picMkLst>
            <pc:docMk/>
            <pc:sldMk cId="318745912" sldId="273"/>
            <ac:picMk id="10" creationId="{76BBD0A2-90DE-1B23-01CF-5A14B11B04FD}"/>
          </ac:picMkLst>
        </pc:picChg>
      </pc:sldChg>
      <pc:sldChg chg="addSp delSp modSp new mod ord modTransition modAnim modNotesTx">
        <pc:chgData name="Nguyen, Monica" userId="643ec0ab-496e-4df3-833d-e4797a6b4acf" providerId="ADAL" clId="{0802D77A-1571-49D8-85A9-AEBE79ECA924}" dt="2026-10-26T04:20:45.994" v="15684" actId="5793"/>
        <pc:sldMkLst>
          <pc:docMk/>
          <pc:sldMk cId="1983178350" sldId="274"/>
        </pc:sldMkLst>
        <pc:spChg chg="mod">
          <ac:chgData name="Nguyen, Monica" userId="643ec0ab-496e-4df3-833d-e4797a6b4acf" providerId="ADAL" clId="{0802D77A-1571-49D8-85A9-AEBE79ECA924}" dt="2026-10-17T08:04:14.411" v="10292" actId="20577"/>
          <ac:spMkLst>
            <pc:docMk/>
            <pc:sldMk cId="1983178350" sldId="274"/>
            <ac:spMk id="2" creationId="{0E1054D8-7C9A-9799-1EE2-65474966C4B1}"/>
          </ac:spMkLst>
        </pc:spChg>
        <pc:spChg chg="mod">
          <ac:chgData name="Nguyen, Monica" userId="643ec0ab-496e-4df3-833d-e4797a6b4acf" providerId="ADAL" clId="{0802D77A-1571-49D8-85A9-AEBE79ECA924}" dt="2026-10-17T08:06:37.376" v="10438" actId="20577"/>
          <ac:spMkLst>
            <pc:docMk/>
            <pc:sldMk cId="1983178350" sldId="274"/>
            <ac:spMk id="3" creationId="{3AEBE7BE-0758-E02F-648B-AE0807399090}"/>
          </ac:spMkLst>
        </pc:spChg>
        <pc:spChg chg="mod">
          <ac:chgData name="Nguyen, Monica" userId="643ec0ab-496e-4df3-833d-e4797a6b4acf" providerId="ADAL" clId="{0802D77A-1571-49D8-85A9-AEBE79ECA924}" dt="2026-10-17T08:05:15.196" v="10406" actId="1076"/>
          <ac:spMkLst>
            <pc:docMk/>
            <pc:sldMk cId="1983178350" sldId="274"/>
            <ac:spMk id="4" creationId="{0A0FDE13-ABBC-4F7E-24A6-9E949FCF7C53}"/>
          </ac:spMkLst>
        </pc:spChg>
        <pc:picChg chg="add mod">
          <ac:chgData name="Nguyen, Monica" userId="643ec0ab-496e-4df3-833d-e4797a6b4acf" providerId="ADAL" clId="{0802D77A-1571-49D8-85A9-AEBE79ECA924}" dt="2026-10-17T08:04:22.107" v="10295" actId="1076"/>
          <ac:picMkLst>
            <pc:docMk/>
            <pc:sldMk cId="1983178350" sldId="274"/>
            <ac:picMk id="6" creationId="{698F8FD2-6CB9-9D91-80ED-C2F74F2E40BD}"/>
          </ac:picMkLst>
        </pc:picChg>
        <pc:picChg chg="add mod">
          <ac:chgData name="Nguyen, Monica" userId="643ec0ab-496e-4df3-833d-e4797a6b4acf" providerId="ADAL" clId="{0802D77A-1571-49D8-85A9-AEBE79ECA924}" dt="2026-10-17T08:05:36.346" v="10408" actId="1076"/>
          <ac:picMkLst>
            <pc:docMk/>
            <pc:sldMk cId="1983178350" sldId="274"/>
            <ac:picMk id="8" creationId="{A4659981-856C-9251-69D3-7C924260E7FE}"/>
          </ac:picMkLst>
        </pc:picChg>
        <pc:picChg chg="add mod">
          <ac:chgData name="Nguyen, Monica" userId="643ec0ab-496e-4df3-833d-e4797a6b4acf" providerId="ADAL" clId="{0802D77A-1571-49D8-85A9-AEBE79ECA924}" dt="2026-10-19T01:47:57.402" v="15624" actId="1076"/>
          <ac:picMkLst>
            <pc:docMk/>
            <pc:sldMk cId="1983178350" sldId="274"/>
            <ac:picMk id="22" creationId="{6980F277-56C9-1A8B-CC51-8F17D115C776}"/>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A2AE13-B835-4748-A9FE-E9841D22EE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F248A87-A981-42AB-97AB-BF279C297A6A}">
      <dgm:prSet phldrT="[Text]" phldr="0" custT="1"/>
      <dgm:spPr/>
      <dgm:t>
        <a:bodyPr/>
        <a:lstStyle/>
        <a:p>
          <a:r>
            <a:rPr lang="en-US" sz="2400" dirty="0">
              <a:latin typeface="Century Gothic" panose="020B0502020202020204" pitchFamily="34" charset="0"/>
            </a:rPr>
            <a:t>Problems &amp; Solutions</a:t>
          </a:r>
        </a:p>
      </dgm:t>
    </dgm:pt>
    <dgm:pt modelId="{FF49C8EF-0E8A-457E-8778-561BF02C2A83}" type="parTrans" cxnId="{8B8E7341-32A5-4E84-9D39-B88AE078D23B}">
      <dgm:prSet/>
      <dgm:spPr/>
      <dgm:t>
        <a:bodyPr/>
        <a:lstStyle/>
        <a:p>
          <a:endParaRPr lang="en-US"/>
        </a:p>
      </dgm:t>
    </dgm:pt>
    <dgm:pt modelId="{1A47029F-A17F-4DE2-8C1D-48A850F783FC}" type="sibTrans" cxnId="{8B8E7341-32A5-4E84-9D39-B88AE078D23B}">
      <dgm:prSet/>
      <dgm:spPr/>
      <dgm:t>
        <a:bodyPr/>
        <a:lstStyle/>
        <a:p>
          <a:endParaRPr lang="en-US"/>
        </a:p>
      </dgm:t>
    </dgm:pt>
    <dgm:pt modelId="{93181FB7-E769-408F-A692-34B9FD55F99F}">
      <dgm:prSet phldrT="[Text]" phldr="0" custT="1"/>
      <dgm:spPr/>
      <dgm:t>
        <a:bodyPr/>
        <a:lstStyle/>
        <a:p>
          <a:r>
            <a:rPr lang="en-US" sz="1000" dirty="0">
              <a:latin typeface="Century Gothic" panose="020B0502020202020204" pitchFamily="34" charset="0"/>
            </a:rPr>
            <a:t>Fixes are costly if vulnerabilities are found late in production</a:t>
          </a:r>
        </a:p>
      </dgm:t>
    </dgm:pt>
    <dgm:pt modelId="{A96E23C4-2405-498F-8500-BA01F44C39DA}" type="parTrans" cxnId="{181D7094-3A72-43C0-B7FB-CB882E66FAF0}">
      <dgm:prSet/>
      <dgm:spPr/>
      <dgm:t>
        <a:bodyPr/>
        <a:lstStyle/>
        <a:p>
          <a:endParaRPr lang="en-US"/>
        </a:p>
      </dgm:t>
    </dgm:pt>
    <dgm:pt modelId="{7A2A7232-F1FF-4FD0-B7DB-742F991589B3}" type="sibTrans" cxnId="{181D7094-3A72-43C0-B7FB-CB882E66FAF0}">
      <dgm:prSet/>
      <dgm:spPr/>
      <dgm:t>
        <a:bodyPr/>
        <a:lstStyle/>
        <a:p>
          <a:endParaRPr lang="en-US"/>
        </a:p>
      </dgm:t>
    </dgm:pt>
    <dgm:pt modelId="{1C488F48-309C-4302-A17D-66DD7B53CB8B}">
      <dgm:prSet phldrT="[Text]" phldr="0" custT="1"/>
      <dgm:spPr/>
      <dgm:t>
        <a:bodyPr/>
        <a:lstStyle/>
        <a:p>
          <a:r>
            <a:rPr lang="en-US" sz="1000" dirty="0">
              <a:latin typeface="Century Gothic" panose="020B0502020202020204" pitchFamily="34" charset="0"/>
            </a:rPr>
            <a:t>Inconsistent security practices across various teams</a:t>
          </a:r>
        </a:p>
      </dgm:t>
    </dgm:pt>
    <dgm:pt modelId="{615C6D82-3070-4606-83B9-6B0DC7C166B4}" type="parTrans" cxnId="{CE236010-FE27-4935-BF39-A04064A9EAE7}">
      <dgm:prSet/>
      <dgm:spPr/>
      <dgm:t>
        <a:bodyPr/>
        <a:lstStyle/>
        <a:p>
          <a:endParaRPr lang="en-US"/>
        </a:p>
      </dgm:t>
    </dgm:pt>
    <dgm:pt modelId="{7EB55FF2-D66E-4111-AF0E-D2EAA6787AAE}" type="sibTrans" cxnId="{CE236010-FE27-4935-BF39-A04064A9EAE7}">
      <dgm:prSet/>
      <dgm:spPr/>
      <dgm:t>
        <a:bodyPr/>
        <a:lstStyle/>
        <a:p>
          <a:endParaRPr lang="en-US"/>
        </a:p>
      </dgm:t>
    </dgm:pt>
    <dgm:pt modelId="{9A334FEB-3A88-4DD2-8B88-321D42B9060F}">
      <dgm:prSet phldrT="[Text]" phldr="0" custT="1"/>
      <dgm:spPr/>
      <dgm:t>
        <a:bodyPr/>
        <a:lstStyle/>
        <a:p>
          <a:r>
            <a:rPr lang="en-US" sz="2400" dirty="0"/>
            <a:t>Act Now vs. Wait</a:t>
          </a:r>
        </a:p>
      </dgm:t>
    </dgm:pt>
    <dgm:pt modelId="{B75391C5-69AF-45DB-A471-2144450886B1}" type="parTrans" cxnId="{768B4B42-3E6D-401B-A1B5-C4E2C11CB6B7}">
      <dgm:prSet/>
      <dgm:spPr/>
      <dgm:t>
        <a:bodyPr/>
        <a:lstStyle/>
        <a:p>
          <a:endParaRPr lang="en-US"/>
        </a:p>
      </dgm:t>
    </dgm:pt>
    <dgm:pt modelId="{9D669F08-5C7E-4CB5-8EB5-353608463276}" type="sibTrans" cxnId="{768B4B42-3E6D-401B-A1B5-C4E2C11CB6B7}">
      <dgm:prSet/>
      <dgm:spPr/>
      <dgm:t>
        <a:bodyPr/>
        <a:lstStyle/>
        <a:p>
          <a:endParaRPr lang="en-US"/>
        </a:p>
      </dgm:t>
    </dgm:pt>
    <dgm:pt modelId="{C4F9D6D6-9AA2-47D5-B4A3-C6424C81F493}">
      <dgm:prSet phldrT="[Text]" phldr="0" custT="1"/>
      <dgm:spPr/>
      <dgm:t>
        <a:bodyPr/>
        <a:lstStyle/>
        <a:p>
          <a:r>
            <a:rPr lang="en-US" sz="900" b="1" dirty="0">
              <a:latin typeface="Century Gothic" panose="020B0502020202020204" pitchFamily="34" charset="0"/>
            </a:rPr>
            <a:t>Now</a:t>
          </a:r>
          <a:r>
            <a:rPr lang="en-US" sz="900" dirty="0">
              <a:latin typeface="Century Gothic" panose="020B0502020202020204" pitchFamily="34" charset="0"/>
            </a:rPr>
            <a:t>: upfront costs in time, tools, and training, but less vulnerability exposure and cheaper to fix</a:t>
          </a:r>
        </a:p>
      </dgm:t>
    </dgm:pt>
    <dgm:pt modelId="{C99C65E2-C599-4170-9D43-B8C6B78D10F1}" type="parTrans" cxnId="{DB0F09C2-7608-4FDD-AE62-EBD6CA12A730}">
      <dgm:prSet/>
      <dgm:spPr/>
      <dgm:t>
        <a:bodyPr/>
        <a:lstStyle/>
        <a:p>
          <a:endParaRPr lang="en-US"/>
        </a:p>
      </dgm:t>
    </dgm:pt>
    <dgm:pt modelId="{9278BB21-C506-4740-81A6-FD880353C08C}" type="sibTrans" cxnId="{DB0F09C2-7608-4FDD-AE62-EBD6CA12A730}">
      <dgm:prSet/>
      <dgm:spPr/>
      <dgm:t>
        <a:bodyPr/>
        <a:lstStyle/>
        <a:p>
          <a:endParaRPr lang="en-US"/>
        </a:p>
      </dgm:t>
    </dgm:pt>
    <dgm:pt modelId="{D7D08CD8-131F-4EEA-89CC-55743A691854}">
      <dgm:prSet phldrT="[Text]" phldr="0" custT="1"/>
      <dgm:spPr/>
      <dgm:t>
        <a:bodyPr/>
        <a:lstStyle/>
        <a:p>
          <a:r>
            <a:rPr lang="en-US" sz="900" b="1" dirty="0">
              <a:latin typeface="Century Gothic" panose="020B0502020202020204" pitchFamily="34" charset="0"/>
            </a:rPr>
            <a:t>Wait</a:t>
          </a:r>
          <a:r>
            <a:rPr lang="en-US" sz="900" dirty="0">
              <a:latin typeface="Century Gothic" panose="020B0502020202020204" pitchFamily="34" charset="0"/>
            </a:rPr>
            <a:t>: saves short-term effort but risks technical debt and breach risk grows</a:t>
          </a:r>
        </a:p>
      </dgm:t>
    </dgm:pt>
    <dgm:pt modelId="{C46BAFDA-50EF-4007-B6D2-876F778E06E3}" type="parTrans" cxnId="{C5246B31-A918-497C-8120-BEEF8C990EBE}">
      <dgm:prSet/>
      <dgm:spPr/>
      <dgm:t>
        <a:bodyPr/>
        <a:lstStyle/>
        <a:p>
          <a:endParaRPr lang="en-US"/>
        </a:p>
      </dgm:t>
    </dgm:pt>
    <dgm:pt modelId="{86D3F55B-3FAA-4E85-AEFD-178E6BC1AECC}" type="sibTrans" cxnId="{C5246B31-A918-497C-8120-BEEF8C990EBE}">
      <dgm:prSet/>
      <dgm:spPr/>
      <dgm:t>
        <a:bodyPr/>
        <a:lstStyle/>
        <a:p>
          <a:endParaRPr lang="en-US"/>
        </a:p>
      </dgm:t>
    </dgm:pt>
    <dgm:pt modelId="{80E08A47-49F7-44D0-8DBF-8714E99313D3}">
      <dgm:prSet phldrT="[Text]" phldr="0" custT="1"/>
      <dgm:spPr/>
      <dgm:t>
        <a:bodyPr/>
        <a:lstStyle/>
        <a:p>
          <a:r>
            <a:rPr lang="en-US" sz="2400" dirty="0"/>
            <a:t>Strategy Gaps &amp; Risks</a:t>
          </a:r>
        </a:p>
      </dgm:t>
    </dgm:pt>
    <dgm:pt modelId="{1DBB53AB-5E43-44C1-B360-136FEBDF6E72}" type="parTrans" cxnId="{CF51EA28-BCBA-40F3-967B-A9EA43D74AE3}">
      <dgm:prSet/>
      <dgm:spPr/>
      <dgm:t>
        <a:bodyPr/>
        <a:lstStyle/>
        <a:p>
          <a:endParaRPr lang="en-US"/>
        </a:p>
      </dgm:t>
    </dgm:pt>
    <dgm:pt modelId="{F25DBE31-0801-4143-9EA5-D0E341EE2F0C}" type="sibTrans" cxnId="{CF51EA28-BCBA-40F3-967B-A9EA43D74AE3}">
      <dgm:prSet/>
      <dgm:spPr/>
      <dgm:t>
        <a:bodyPr/>
        <a:lstStyle/>
        <a:p>
          <a:endParaRPr lang="en-US"/>
        </a:p>
      </dgm:t>
    </dgm:pt>
    <dgm:pt modelId="{0BC741A8-FC0C-4E36-BDB0-C7A1548F2547}">
      <dgm:prSet phldrT="[Text]" phldr="0" custT="1"/>
      <dgm:spPr/>
      <dgm:t>
        <a:bodyPr/>
        <a:lstStyle/>
        <a:p>
          <a:r>
            <a:rPr lang="en-US" sz="900" dirty="0">
              <a:latin typeface="Century Gothic" panose="020B0502020202020204" pitchFamily="34" charset="0"/>
            </a:rPr>
            <a:t>Not all standards can be automated (e.g., logic issues, design flaws)</a:t>
          </a:r>
        </a:p>
      </dgm:t>
    </dgm:pt>
    <dgm:pt modelId="{9B62C013-E357-4246-8FFD-1602A0C1D8F5}" type="parTrans" cxnId="{E5999F1D-7272-4672-8D07-C361E8148776}">
      <dgm:prSet/>
      <dgm:spPr/>
      <dgm:t>
        <a:bodyPr/>
        <a:lstStyle/>
        <a:p>
          <a:endParaRPr lang="en-US"/>
        </a:p>
      </dgm:t>
    </dgm:pt>
    <dgm:pt modelId="{E9A90FFE-5A32-4F90-98B0-9EFEEC4988E6}" type="sibTrans" cxnId="{E5999F1D-7272-4672-8D07-C361E8148776}">
      <dgm:prSet/>
      <dgm:spPr/>
      <dgm:t>
        <a:bodyPr/>
        <a:lstStyle/>
        <a:p>
          <a:endParaRPr lang="en-US"/>
        </a:p>
      </dgm:t>
    </dgm:pt>
    <dgm:pt modelId="{FDBAFE69-C6AC-4586-8DCA-DCFC3209F450}">
      <dgm:prSet phldrT="[Text]" phldr="0" custT="1"/>
      <dgm:spPr/>
      <dgm:t>
        <a:bodyPr/>
        <a:lstStyle/>
        <a:p>
          <a:r>
            <a:rPr lang="en-US" sz="900" dirty="0">
              <a:latin typeface="Century Gothic" panose="020B0502020202020204" pitchFamily="34" charset="0"/>
            </a:rPr>
            <a:t>False positives can lead to alert fatigue</a:t>
          </a:r>
        </a:p>
      </dgm:t>
    </dgm:pt>
    <dgm:pt modelId="{F456140E-117F-4E2A-9AB0-BECBFDB46D9F}" type="parTrans" cxnId="{F457F797-BBFF-4B6C-B219-979847E3F003}">
      <dgm:prSet/>
      <dgm:spPr/>
      <dgm:t>
        <a:bodyPr/>
        <a:lstStyle/>
        <a:p>
          <a:endParaRPr lang="en-US"/>
        </a:p>
      </dgm:t>
    </dgm:pt>
    <dgm:pt modelId="{DC3E61F1-9149-47A5-B5FB-65C12F7A1D96}" type="sibTrans" cxnId="{F457F797-BBFF-4B6C-B219-979847E3F003}">
      <dgm:prSet/>
      <dgm:spPr/>
      <dgm:t>
        <a:bodyPr/>
        <a:lstStyle/>
        <a:p>
          <a:endParaRPr lang="en-US"/>
        </a:p>
      </dgm:t>
    </dgm:pt>
    <dgm:pt modelId="{AECEE867-8A6E-40F8-8427-874CED7C724B}">
      <dgm:prSet phldrT="[Text]" phldr="0" custT="1"/>
      <dgm:spPr/>
      <dgm:t>
        <a:bodyPr/>
        <a:lstStyle/>
        <a:p>
          <a:r>
            <a:rPr lang="en-US" sz="2400" dirty="0"/>
            <a:t>Next Steps</a:t>
          </a:r>
        </a:p>
      </dgm:t>
    </dgm:pt>
    <dgm:pt modelId="{34F9B5F1-05C0-42B9-B083-C3C3559C1B4F}" type="parTrans" cxnId="{488A7541-037E-406B-8BA9-77C33CADA246}">
      <dgm:prSet/>
      <dgm:spPr/>
      <dgm:t>
        <a:bodyPr/>
        <a:lstStyle/>
        <a:p>
          <a:endParaRPr lang="en-US"/>
        </a:p>
      </dgm:t>
    </dgm:pt>
    <dgm:pt modelId="{52FE0F0D-4B91-4AC4-B528-5C0F3556FE4A}" type="sibTrans" cxnId="{488A7541-037E-406B-8BA9-77C33CADA246}">
      <dgm:prSet/>
      <dgm:spPr/>
      <dgm:t>
        <a:bodyPr/>
        <a:lstStyle/>
        <a:p>
          <a:endParaRPr lang="en-US"/>
        </a:p>
      </dgm:t>
    </dgm:pt>
    <dgm:pt modelId="{FE23AA41-C576-49E3-8D00-6F729E8D39BE}">
      <dgm:prSet phldrT="[Text]" phldr="0" custT="1"/>
      <dgm:spPr/>
      <dgm:t>
        <a:bodyPr/>
        <a:lstStyle/>
        <a:p>
          <a:r>
            <a:rPr lang="en-US" sz="1000" b="1" dirty="0">
              <a:latin typeface="Century Gothic" panose="020B0502020202020204" pitchFamily="34" charset="0"/>
            </a:rPr>
            <a:t>Solution</a:t>
          </a:r>
          <a:r>
            <a:rPr lang="en-US" sz="1000" dirty="0">
              <a:latin typeface="Century Gothic" panose="020B0502020202020204" pitchFamily="34" charset="0"/>
            </a:rPr>
            <a:t>: Enforce coding standards with automated checks in the </a:t>
          </a:r>
          <a:r>
            <a:rPr lang="en-US" sz="1000" dirty="0" err="1">
              <a:latin typeface="Century Gothic" panose="020B0502020202020204" pitchFamily="34" charset="0"/>
            </a:rPr>
            <a:t>DevSecOps</a:t>
          </a:r>
          <a:r>
            <a:rPr lang="en-US" sz="1000" dirty="0">
              <a:latin typeface="Century Gothic" panose="020B0502020202020204" pitchFamily="34" charset="0"/>
            </a:rPr>
            <a:t> pipeline</a:t>
          </a:r>
        </a:p>
      </dgm:t>
    </dgm:pt>
    <dgm:pt modelId="{787D29C4-A38F-4CBF-A036-2BDECEF3BC98}" type="parTrans" cxnId="{5CC16A71-B3EE-46BB-A4D4-09ABC3165171}">
      <dgm:prSet/>
      <dgm:spPr/>
      <dgm:t>
        <a:bodyPr/>
        <a:lstStyle/>
        <a:p>
          <a:endParaRPr lang="en-US"/>
        </a:p>
      </dgm:t>
    </dgm:pt>
    <dgm:pt modelId="{C2696CE9-3307-49CA-9ABD-A170548C0608}" type="sibTrans" cxnId="{5CC16A71-B3EE-46BB-A4D4-09ABC3165171}">
      <dgm:prSet/>
      <dgm:spPr/>
      <dgm:t>
        <a:bodyPr/>
        <a:lstStyle/>
        <a:p>
          <a:endParaRPr lang="en-US"/>
        </a:p>
      </dgm:t>
    </dgm:pt>
    <dgm:pt modelId="{8F0FF004-77D8-4935-AB66-603356EFE846}">
      <dgm:prSet phldrT="[Text]" phldr="0" custT="1"/>
      <dgm:spPr/>
      <dgm:t>
        <a:bodyPr/>
        <a:lstStyle/>
        <a:p>
          <a:r>
            <a:rPr lang="en-US" sz="900" dirty="0">
              <a:latin typeface="Century Gothic" panose="020B0502020202020204" pitchFamily="34" charset="0"/>
            </a:rPr>
            <a:t>Over-reliance on tools gives false sense of security</a:t>
          </a:r>
        </a:p>
      </dgm:t>
    </dgm:pt>
    <dgm:pt modelId="{75866089-BC2E-40E1-ADC7-1235E07F87B4}" type="parTrans" cxnId="{B5CB4899-AB90-462E-8B14-96663976FEC4}">
      <dgm:prSet/>
      <dgm:spPr/>
      <dgm:t>
        <a:bodyPr/>
        <a:lstStyle/>
        <a:p>
          <a:endParaRPr lang="en-US"/>
        </a:p>
      </dgm:t>
    </dgm:pt>
    <dgm:pt modelId="{015D9B18-4200-4D95-A074-2F959E7C9EEC}" type="sibTrans" cxnId="{B5CB4899-AB90-462E-8B14-96663976FEC4}">
      <dgm:prSet/>
      <dgm:spPr/>
      <dgm:t>
        <a:bodyPr/>
        <a:lstStyle/>
        <a:p>
          <a:endParaRPr lang="en-US"/>
        </a:p>
      </dgm:t>
    </dgm:pt>
    <dgm:pt modelId="{984B71D6-C50F-4672-B13C-FC2A5F555539}">
      <dgm:prSet phldrT="[Text]" phldr="0" custT="1"/>
      <dgm:spPr/>
      <dgm:t>
        <a:bodyPr/>
        <a:lstStyle/>
        <a:p>
          <a:r>
            <a:rPr lang="en-US" sz="800" dirty="0">
              <a:latin typeface="Century Gothic" panose="020B0502020202020204" pitchFamily="34" charset="0"/>
            </a:rPr>
            <a:t>Integrate static/dynamic analysis into build</a:t>
          </a:r>
        </a:p>
      </dgm:t>
    </dgm:pt>
    <dgm:pt modelId="{A36104E7-C254-4AA4-8D64-DA210587FED5}" type="parTrans" cxnId="{647D297B-41AD-4F97-BBAD-ED6EEDE6C758}">
      <dgm:prSet/>
      <dgm:spPr/>
      <dgm:t>
        <a:bodyPr/>
        <a:lstStyle/>
        <a:p>
          <a:endParaRPr lang="en-US"/>
        </a:p>
      </dgm:t>
    </dgm:pt>
    <dgm:pt modelId="{75C564C8-20BA-4118-A6C3-8B9B9AF0BF86}" type="sibTrans" cxnId="{647D297B-41AD-4F97-BBAD-ED6EEDE6C758}">
      <dgm:prSet/>
      <dgm:spPr/>
      <dgm:t>
        <a:bodyPr/>
        <a:lstStyle/>
        <a:p>
          <a:endParaRPr lang="en-US"/>
        </a:p>
      </dgm:t>
    </dgm:pt>
    <dgm:pt modelId="{64DCEC72-C4C3-47CA-83F0-6D856CA75075}">
      <dgm:prSet phldrT="[Text]" phldr="0" custT="1"/>
      <dgm:spPr/>
      <dgm:t>
        <a:bodyPr/>
        <a:lstStyle/>
        <a:p>
          <a:r>
            <a:rPr lang="en-US" sz="800" dirty="0">
              <a:latin typeface="Century Gothic" panose="020B0502020202020204" pitchFamily="34" charset="0"/>
            </a:rPr>
            <a:t>Train Dev, Security, and Ops teams on security standards and approved tools</a:t>
          </a:r>
        </a:p>
      </dgm:t>
    </dgm:pt>
    <dgm:pt modelId="{0CC9BA79-EBAA-48BD-8DC9-948FD3390ACE}" type="parTrans" cxnId="{7898CD70-0E75-4603-911A-E68ECD6C2E5F}">
      <dgm:prSet/>
      <dgm:spPr/>
      <dgm:t>
        <a:bodyPr/>
        <a:lstStyle/>
        <a:p>
          <a:endParaRPr lang="en-US"/>
        </a:p>
      </dgm:t>
    </dgm:pt>
    <dgm:pt modelId="{0F1B46B7-BCAD-4449-82F0-956D1323A4AC}" type="sibTrans" cxnId="{7898CD70-0E75-4603-911A-E68ECD6C2E5F}">
      <dgm:prSet/>
      <dgm:spPr/>
      <dgm:t>
        <a:bodyPr/>
        <a:lstStyle/>
        <a:p>
          <a:endParaRPr lang="en-US"/>
        </a:p>
      </dgm:t>
    </dgm:pt>
    <dgm:pt modelId="{717B8725-2CC9-4947-875B-1E8E31B31522}">
      <dgm:prSet phldrT="[Text]" phldr="0" custT="1"/>
      <dgm:spPr/>
      <dgm:t>
        <a:bodyPr/>
        <a:lstStyle/>
        <a:p>
          <a:r>
            <a:rPr lang="en-US" sz="800" dirty="0">
              <a:latin typeface="Century Gothic" panose="020B0502020202020204" pitchFamily="34" charset="0"/>
            </a:rPr>
            <a:t>Add manual review in addition to automation</a:t>
          </a:r>
        </a:p>
      </dgm:t>
    </dgm:pt>
    <dgm:pt modelId="{4A6459B8-4C12-4FE7-81B4-9F6D0777B89C}" type="parTrans" cxnId="{3D116068-76A9-4FBF-8A3D-AAEFB46E154C}">
      <dgm:prSet/>
      <dgm:spPr/>
      <dgm:t>
        <a:bodyPr/>
        <a:lstStyle/>
        <a:p>
          <a:endParaRPr lang="en-US"/>
        </a:p>
      </dgm:t>
    </dgm:pt>
    <dgm:pt modelId="{5E816344-5EA4-4CFE-91BF-308DAB5A824B}" type="sibTrans" cxnId="{3D116068-76A9-4FBF-8A3D-AAEFB46E154C}">
      <dgm:prSet/>
      <dgm:spPr/>
      <dgm:t>
        <a:bodyPr/>
        <a:lstStyle/>
        <a:p>
          <a:endParaRPr lang="en-US"/>
        </a:p>
      </dgm:t>
    </dgm:pt>
    <dgm:pt modelId="{C8767449-6E77-4DE7-AC8F-F57FE7186F52}">
      <dgm:prSet phldrT="[Text]" phldr="0" custT="1"/>
      <dgm:spPr/>
      <dgm:t>
        <a:bodyPr/>
        <a:lstStyle/>
        <a:p>
          <a:r>
            <a:rPr lang="en-US" sz="800" dirty="0">
              <a:latin typeface="Century Gothic" panose="020B0502020202020204" pitchFamily="34" charset="0"/>
            </a:rPr>
            <a:t>Perform threat modeling</a:t>
          </a:r>
        </a:p>
      </dgm:t>
    </dgm:pt>
    <dgm:pt modelId="{9E5DA5F9-265A-446B-AC83-CD7404974532}" type="parTrans" cxnId="{6AD95972-9CF2-44E4-A5BB-BB44108573CF}">
      <dgm:prSet/>
      <dgm:spPr/>
      <dgm:t>
        <a:bodyPr/>
        <a:lstStyle/>
        <a:p>
          <a:endParaRPr lang="en-US"/>
        </a:p>
      </dgm:t>
    </dgm:pt>
    <dgm:pt modelId="{D9BD7200-5B15-4482-9DC0-7F9A49A4857B}" type="sibTrans" cxnId="{6AD95972-9CF2-44E4-A5BB-BB44108573CF}">
      <dgm:prSet/>
      <dgm:spPr/>
      <dgm:t>
        <a:bodyPr/>
        <a:lstStyle/>
        <a:p>
          <a:endParaRPr lang="en-US"/>
        </a:p>
      </dgm:t>
    </dgm:pt>
    <dgm:pt modelId="{64553BC3-4E26-4011-8C4C-492F3883BFA4}">
      <dgm:prSet phldrT="[Text]" phldr="0" custT="1"/>
      <dgm:spPr/>
      <dgm:t>
        <a:bodyPr/>
        <a:lstStyle/>
        <a:p>
          <a:r>
            <a:rPr lang="en-US" sz="800" dirty="0">
              <a:latin typeface="Century Gothic" panose="020B0502020202020204" pitchFamily="34" charset="0"/>
            </a:rPr>
            <a:t>Review policy regularly and update as needed</a:t>
          </a:r>
        </a:p>
      </dgm:t>
    </dgm:pt>
    <dgm:pt modelId="{5ED1E61F-6FE0-4475-AA86-C964B6F8EB4E}" type="parTrans" cxnId="{4B0A40DC-17AA-48AE-B641-201FFCE0EFA8}">
      <dgm:prSet/>
      <dgm:spPr/>
      <dgm:t>
        <a:bodyPr/>
        <a:lstStyle/>
        <a:p>
          <a:endParaRPr lang="en-US"/>
        </a:p>
      </dgm:t>
    </dgm:pt>
    <dgm:pt modelId="{9799AC2E-EE80-485B-89E4-CFB2581909E1}" type="sibTrans" cxnId="{4B0A40DC-17AA-48AE-B641-201FFCE0EFA8}">
      <dgm:prSet/>
      <dgm:spPr/>
      <dgm:t>
        <a:bodyPr/>
        <a:lstStyle/>
        <a:p>
          <a:endParaRPr lang="en-US"/>
        </a:p>
      </dgm:t>
    </dgm:pt>
    <dgm:pt modelId="{0958843F-BB18-4817-8AB3-941CFCB20CF2}" type="pres">
      <dgm:prSet presAssocID="{3FA2AE13-B835-4748-A9FE-E9841D22EE04}" presName="Name0" presStyleCnt="0">
        <dgm:presLayoutVars>
          <dgm:dir/>
          <dgm:animLvl val="lvl"/>
          <dgm:resizeHandles val="exact"/>
        </dgm:presLayoutVars>
      </dgm:prSet>
      <dgm:spPr/>
    </dgm:pt>
    <dgm:pt modelId="{585B4CEF-E365-4210-B906-33FDA434C814}" type="pres">
      <dgm:prSet presAssocID="{2F248A87-A981-42AB-97AB-BF279C297A6A}" presName="linNode" presStyleCnt="0"/>
      <dgm:spPr/>
    </dgm:pt>
    <dgm:pt modelId="{CED31D93-9D33-4F42-BB8F-AF5890608EDF}" type="pres">
      <dgm:prSet presAssocID="{2F248A87-A981-42AB-97AB-BF279C297A6A}" presName="parentText" presStyleLbl="node1" presStyleIdx="0" presStyleCnt="4">
        <dgm:presLayoutVars>
          <dgm:chMax val="1"/>
          <dgm:bulletEnabled val="1"/>
        </dgm:presLayoutVars>
      </dgm:prSet>
      <dgm:spPr/>
    </dgm:pt>
    <dgm:pt modelId="{578AA28C-FC02-4706-9E05-D9916B2ABCA3}" type="pres">
      <dgm:prSet presAssocID="{2F248A87-A981-42AB-97AB-BF279C297A6A}" presName="descendantText" presStyleLbl="alignAccFollowNode1" presStyleIdx="0" presStyleCnt="4">
        <dgm:presLayoutVars>
          <dgm:bulletEnabled val="1"/>
        </dgm:presLayoutVars>
      </dgm:prSet>
      <dgm:spPr/>
    </dgm:pt>
    <dgm:pt modelId="{976DC020-30ED-4338-8440-0D1227AC881D}" type="pres">
      <dgm:prSet presAssocID="{1A47029F-A17F-4DE2-8C1D-48A850F783FC}" presName="sp" presStyleCnt="0"/>
      <dgm:spPr/>
    </dgm:pt>
    <dgm:pt modelId="{05043677-3CC0-48C6-9366-409E76B4FD20}" type="pres">
      <dgm:prSet presAssocID="{9A334FEB-3A88-4DD2-8B88-321D42B9060F}" presName="linNode" presStyleCnt="0"/>
      <dgm:spPr/>
    </dgm:pt>
    <dgm:pt modelId="{073F7963-0556-4231-843D-583200F383EE}" type="pres">
      <dgm:prSet presAssocID="{9A334FEB-3A88-4DD2-8B88-321D42B9060F}" presName="parentText" presStyleLbl="node1" presStyleIdx="1" presStyleCnt="4">
        <dgm:presLayoutVars>
          <dgm:chMax val="1"/>
          <dgm:bulletEnabled val="1"/>
        </dgm:presLayoutVars>
      </dgm:prSet>
      <dgm:spPr/>
    </dgm:pt>
    <dgm:pt modelId="{A2E94C03-F399-49E5-BDC3-1555D011B613}" type="pres">
      <dgm:prSet presAssocID="{9A334FEB-3A88-4DD2-8B88-321D42B9060F}" presName="descendantText" presStyleLbl="alignAccFollowNode1" presStyleIdx="1" presStyleCnt="4">
        <dgm:presLayoutVars>
          <dgm:bulletEnabled val="1"/>
        </dgm:presLayoutVars>
      </dgm:prSet>
      <dgm:spPr/>
    </dgm:pt>
    <dgm:pt modelId="{AF9A4C17-7263-4E7A-85E1-C81E64DEC2B0}" type="pres">
      <dgm:prSet presAssocID="{9D669F08-5C7E-4CB5-8EB5-353608463276}" presName="sp" presStyleCnt="0"/>
      <dgm:spPr/>
    </dgm:pt>
    <dgm:pt modelId="{A2E9585E-BE68-402F-A60E-7E19C62C5B39}" type="pres">
      <dgm:prSet presAssocID="{80E08A47-49F7-44D0-8DBF-8714E99313D3}" presName="linNode" presStyleCnt="0"/>
      <dgm:spPr/>
    </dgm:pt>
    <dgm:pt modelId="{0D109904-B737-4712-92BF-C746AC5E3584}" type="pres">
      <dgm:prSet presAssocID="{80E08A47-49F7-44D0-8DBF-8714E99313D3}" presName="parentText" presStyleLbl="node1" presStyleIdx="2" presStyleCnt="4">
        <dgm:presLayoutVars>
          <dgm:chMax val="1"/>
          <dgm:bulletEnabled val="1"/>
        </dgm:presLayoutVars>
      </dgm:prSet>
      <dgm:spPr/>
    </dgm:pt>
    <dgm:pt modelId="{74010BF9-02C5-4ADE-8452-F2AF319B7F66}" type="pres">
      <dgm:prSet presAssocID="{80E08A47-49F7-44D0-8DBF-8714E99313D3}" presName="descendantText" presStyleLbl="alignAccFollowNode1" presStyleIdx="2" presStyleCnt="4">
        <dgm:presLayoutVars>
          <dgm:bulletEnabled val="1"/>
        </dgm:presLayoutVars>
      </dgm:prSet>
      <dgm:spPr/>
    </dgm:pt>
    <dgm:pt modelId="{8A55F9C9-7FE8-498B-90B8-08F015625D00}" type="pres">
      <dgm:prSet presAssocID="{F25DBE31-0801-4143-9EA5-D0E341EE2F0C}" presName="sp" presStyleCnt="0"/>
      <dgm:spPr/>
    </dgm:pt>
    <dgm:pt modelId="{D0ADCD07-5E1B-4068-9C7B-A6EE21B0F81D}" type="pres">
      <dgm:prSet presAssocID="{AECEE867-8A6E-40F8-8427-874CED7C724B}" presName="linNode" presStyleCnt="0"/>
      <dgm:spPr/>
    </dgm:pt>
    <dgm:pt modelId="{05CDB8CF-F9FE-4983-A5A7-E14235FA8A7B}" type="pres">
      <dgm:prSet presAssocID="{AECEE867-8A6E-40F8-8427-874CED7C724B}" presName="parentText" presStyleLbl="node1" presStyleIdx="3" presStyleCnt="4">
        <dgm:presLayoutVars>
          <dgm:chMax val="1"/>
          <dgm:bulletEnabled val="1"/>
        </dgm:presLayoutVars>
      </dgm:prSet>
      <dgm:spPr/>
    </dgm:pt>
    <dgm:pt modelId="{F8818327-8C1D-4D69-94E5-265DF08F05F7}" type="pres">
      <dgm:prSet presAssocID="{AECEE867-8A6E-40F8-8427-874CED7C724B}" presName="descendantText" presStyleLbl="alignAccFollowNode1" presStyleIdx="3" presStyleCnt="4">
        <dgm:presLayoutVars>
          <dgm:bulletEnabled val="1"/>
        </dgm:presLayoutVars>
      </dgm:prSet>
      <dgm:spPr/>
    </dgm:pt>
  </dgm:ptLst>
  <dgm:cxnLst>
    <dgm:cxn modelId="{9CE92301-10F7-44AA-9CF4-BE669ADE8003}" type="presOf" srcId="{717B8725-2CC9-4947-875B-1E8E31B31522}" destId="{F8818327-8C1D-4D69-94E5-265DF08F05F7}" srcOrd="0" destOrd="2" presId="urn:microsoft.com/office/officeart/2005/8/layout/vList5"/>
    <dgm:cxn modelId="{CE236010-FE27-4935-BF39-A04064A9EAE7}" srcId="{2F248A87-A981-42AB-97AB-BF279C297A6A}" destId="{1C488F48-309C-4302-A17D-66DD7B53CB8B}" srcOrd="1" destOrd="0" parTransId="{615C6D82-3070-4606-83B9-6B0DC7C166B4}" sibTransId="{7EB55FF2-D66E-4111-AF0E-D2EAA6787AAE}"/>
    <dgm:cxn modelId="{E5999F1D-7272-4672-8D07-C361E8148776}" srcId="{80E08A47-49F7-44D0-8DBF-8714E99313D3}" destId="{0BC741A8-FC0C-4E36-BDB0-C7A1548F2547}" srcOrd="0" destOrd="0" parTransId="{9B62C013-E357-4246-8FFD-1602A0C1D8F5}" sibTransId="{E9A90FFE-5A32-4F90-98B0-9EFEEC4988E6}"/>
    <dgm:cxn modelId="{2D1B7521-BB33-4AB1-8AD4-CE63C03685F9}" type="presOf" srcId="{93181FB7-E769-408F-A692-34B9FD55F99F}" destId="{578AA28C-FC02-4706-9E05-D9916B2ABCA3}" srcOrd="0" destOrd="0" presId="urn:microsoft.com/office/officeart/2005/8/layout/vList5"/>
    <dgm:cxn modelId="{CF51EA28-BCBA-40F3-967B-A9EA43D74AE3}" srcId="{3FA2AE13-B835-4748-A9FE-E9841D22EE04}" destId="{80E08A47-49F7-44D0-8DBF-8714E99313D3}" srcOrd="2" destOrd="0" parTransId="{1DBB53AB-5E43-44C1-B360-136FEBDF6E72}" sibTransId="{F25DBE31-0801-4143-9EA5-D0E341EE2F0C}"/>
    <dgm:cxn modelId="{C5246B31-A918-497C-8120-BEEF8C990EBE}" srcId="{9A334FEB-3A88-4DD2-8B88-321D42B9060F}" destId="{D7D08CD8-131F-4EEA-89CC-55743A691854}" srcOrd="1" destOrd="0" parTransId="{C46BAFDA-50EF-4007-B6D2-876F778E06E3}" sibTransId="{86D3F55B-3FAA-4E85-AEFD-178E6BC1AECC}"/>
    <dgm:cxn modelId="{8B8E7341-32A5-4E84-9D39-B88AE078D23B}" srcId="{3FA2AE13-B835-4748-A9FE-E9841D22EE04}" destId="{2F248A87-A981-42AB-97AB-BF279C297A6A}" srcOrd="0" destOrd="0" parTransId="{FF49C8EF-0E8A-457E-8778-561BF02C2A83}" sibTransId="{1A47029F-A17F-4DE2-8C1D-48A850F783FC}"/>
    <dgm:cxn modelId="{488A7541-037E-406B-8BA9-77C33CADA246}" srcId="{3FA2AE13-B835-4748-A9FE-E9841D22EE04}" destId="{AECEE867-8A6E-40F8-8427-874CED7C724B}" srcOrd="3" destOrd="0" parTransId="{34F9B5F1-05C0-42B9-B083-C3C3559C1B4F}" sibTransId="{52FE0F0D-4B91-4AC4-B528-5C0F3556FE4A}"/>
    <dgm:cxn modelId="{768B4B42-3E6D-401B-A1B5-C4E2C11CB6B7}" srcId="{3FA2AE13-B835-4748-A9FE-E9841D22EE04}" destId="{9A334FEB-3A88-4DD2-8B88-321D42B9060F}" srcOrd="1" destOrd="0" parTransId="{B75391C5-69AF-45DB-A471-2144450886B1}" sibTransId="{9D669F08-5C7E-4CB5-8EB5-353608463276}"/>
    <dgm:cxn modelId="{AEB7B742-5E69-49E4-8DCA-C54550A312EA}" type="presOf" srcId="{8F0FF004-77D8-4935-AB66-603356EFE846}" destId="{74010BF9-02C5-4ADE-8452-F2AF319B7F66}" srcOrd="0" destOrd="2" presId="urn:microsoft.com/office/officeart/2005/8/layout/vList5"/>
    <dgm:cxn modelId="{3D116068-76A9-4FBF-8A3D-AAEFB46E154C}" srcId="{AECEE867-8A6E-40F8-8427-874CED7C724B}" destId="{717B8725-2CC9-4947-875B-1E8E31B31522}" srcOrd="2" destOrd="0" parTransId="{4A6459B8-4C12-4FE7-81B4-9F6D0777B89C}" sibTransId="{5E816344-5EA4-4CFE-91BF-308DAB5A824B}"/>
    <dgm:cxn modelId="{D929C26A-C056-4710-B655-BBFDE1045E07}" type="presOf" srcId="{984B71D6-C50F-4672-B13C-FC2A5F555539}" destId="{F8818327-8C1D-4D69-94E5-265DF08F05F7}" srcOrd="0" destOrd="0" presId="urn:microsoft.com/office/officeart/2005/8/layout/vList5"/>
    <dgm:cxn modelId="{C1F60B4B-79AD-426F-8A2A-652C7C3FA5BB}" type="presOf" srcId="{9A334FEB-3A88-4DD2-8B88-321D42B9060F}" destId="{073F7963-0556-4231-843D-583200F383EE}" srcOrd="0" destOrd="0" presId="urn:microsoft.com/office/officeart/2005/8/layout/vList5"/>
    <dgm:cxn modelId="{7898CD70-0E75-4603-911A-E68ECD6C2E5F}" srcId="{AECEE867-8A6E-40F8-8427-874CED7C724B}" destId="{64DCEC72-C4C3-47CA-83F0-6D856CA75075}" srcOrd="1" destOrd="0" parTransId="{0CC9BA79-EBAA-48BD-8DC9-948FD3390ACE}" sibTransId="{0F1B46B7-BCAD-4449-82F0-956D1323A4AC}"/>
    <dgm:cxn modelId="{5CC16A71-B3EE-46BB-A4D4-09ABC3165171}" srcId="{2F248A87-A981-42AB-97AB-BF279C297A6A}" destId="{FE23AA41-C576-49E3-8D00-6F729E8D39BE}" srcOrd="2" destOrd="0" parTransId="{787D29C4-A38F-4CBF-A036-2BDECEF3BC98}" sibTransId="{C2696CE9-3307-49CA-9ABD-A170548C0608}"/>
    <dgm:cxn modelId="{6AD95972-9CF2-44E4-A5BB-BB44108573CF}" srcId="{AECEE867-8A6E-40F8-8427-874CED7C724B}" destId="{C8767449-6E77-4DE7-AC8F-F57FE7186F52}" srcOrd="3" destOrd="0" parTransId="{9E5DA5F9-265A-446B-AC83-CD7404974532}" sibTransId="{D9BD7200-5B15-4482-9DC0-7F9A49A4857B}"/>
    <dgm:cxn modelId="{11FFC273-DB17-4F4C-A0A0-9B670074A1A5}" type="presOf" srcId="{D7D08CD8-131F-4EEA-89CC-55743A691854}" destId="{A2E94C03-F399-49E5-BDC3-1555D011B613}" srcOrd="0" destOrd="1" presId="urn:microsoft.com/office/officeart/2005/8/layout/vList5"/>
    <dgm:cxn modelId="{836CEF75-F4EE-466F-BE36-0082D477F2C6}" type="presOf" srcId="{1C488F48-309C-4302-A17D-66DD7B53CB8B}" destId="{578AA28C-FC02-4706-9E05-D9916B2ABCA3}" srcOrd="0" destOrd="1" presId="urn:microsoft.com/office/officeart/2005/8/layout/vList5"/>
    <dgm:cxn modelId="{647D297B-41AD-4F97-BBAD-ED6EEDE6C758}" srcId="{AECEE867-8A6E-40F8-8427-874CED7C724B}" destId="{984B71D6-C50F-4672-B13C-FC2A5F555539}" srcOrd="0" destOrd="0" parTransId="{A36104E7-C254-4AA4-8D64-DA210587FED5}" sibTransId="{75C564C8-20BA-4118-A6C3-8B9B9AF0BF86}"/>
    <dgm:cxn modelId="{9B374781-2D1D-47BA-9049-C14DD9FB218A}" type="presOf" srcId="{0BC741A8-FC0C-4E36-BDB0-C7A1548F2547}" destId="{74010BF9-02C5-4ADE-8452-F2AF319B7F66}" srcOrd="0" destOrd="0" presId="urn:microsoft.com/office/officeart/2005/8/layout/vList5"/>
    <dgm:cxn modelId="{B6F7B582-2BE7-4078-80B2-5AF0E0EFC947}" type="presOf" srcId="{FDBAFE69-C6AC-4586-8DCA-DCFC3209F450}" destId="{74010BF9-02C5-4ADE-8452-F2AF319B7F66}" srcOrd="0" destOrd="1" presId="urn:microsoft.com/office/officeart/2005/8/layout/vList5"/>
    <dgm:cxn modelId="{57FFB685-EFFF-4A96-8FD1-6DB66D662277}" type="presOf" srcId="{FE23AA41-C576-49E3-8D00-6F729E8D39BE}" destId="{578AA28C-FC02-4706-9E05-D9916B2ABCA3}" srcOrd="0" destOrd="2" presId="urn:microsoft.com/office/officeart/2005/8/layout/vList5"/>
    <dgm:cxn modelId="{181D7094-3A72-43C0-B7FB-CB882E66FAF0}" srcId="{2F248A87-A981-42AB-97AB-BF279C297A6A}" destId="{93181FB7-E769-408F-A692-34B9FD55F99F}" srcOrd="0" destOrd="0" parTransId="{A96E23C4-2405-498F-8500-BA01F44C39DA}" sibTransId="{7A2A7232-F1FF-4FD0-B7DB-742F991589B3}"/>
    <dgm:cxn modelId="{1F096295-DAB7-4DAE-9769-A2CBCE7F2800}" type="presOf" srcId="{C4F9D6D6-9AA2-47D5-B4A3-C6424C81F493}" destId="{A2E94C03-F399-49E5-BDC3-1555D011B613}" srcOrd="0" destOrd="0" presId="urn:microsoft.com/office/officeart/2005/8/layout/vList5"/>
    <dgm:cxn modelId="{F457F797-BBFF-4B6C-B219-979847E3F003}" srcId="{80E08A47-49F7-44D0-8DBF-8714E99313D3}" destId="{FDBAFE69-C6AC-4586-8DCA-DCFC3209F450}" srcOrd="1" destOrd="0" parTransId="{F456140E-117F-4E2A-9AB0-BECBFDB46D9F}" sibTransId="{DC3E61F1-9149-47A5-B5FB-65C12F7A1D96}"/>
    <dgm:cxn modelId="{B5CB4899-AB90-462E-8B14-96663976FEC4}" srcId="{80E08A47-49F7-44D0-8DBF-8714E99313D3}" destId="{8F0FF004-77D8-4935-AB66-603356EFE846}" srcOrd="2" destOrd="0" parTransId="{75866089-BC2E-40E1-ADC7-1235E07F87B4}" sibTransId="{015D9B18-4200-4D95-A074-2F959E7C9EEC}"/>
    <dgm:cxn modelId="{3764189E-DE16-43D8-AC57-A5D07791319C}" type="presOf" srcId="{C8767449-6E77-4DE7-AC8F-F57FE7186F52}" destId="{F8818327-8C1D-4D69-94E5-265DF08F05F7}" srcOrd="0" destOrd="3" presId="urn:microsoft.com/office/officeart/2005/8/layout/vList5"/>
    <dgm:cxn modelId="{235363A8-8F1E-4B9F-B8F6-BDB683D0C310}" type="presOf" srcId="{64553BC3-4E26-4011-8C4C-492F3883BFA4}" destId="{F8818327-8C1D-4D69-94E5-265DF08F05F7}" srcOrd="0" destOrd="4" presId="urn:microsoft.com/office/officeart/2005/8/layout/vList5"/>
    <dgm:cxn modelId="{8344ACB7-9C98-46C2-A36D-DF7584AF7D12}" type="presOf" srcId="{AECEE867-8A6E-40F8-8427-874CED7C724B}" destId="{05CDB8CF-F9FE-4983-A5A7-E14235FA8A7B}" srcOrd="0" destOrd="0" presId="urn:microsoft.com/office/officeart/2005/8/layout/vList5"/>
    <dgm:cxn modelId="{DB0F09C2-7608-4FDD-AE62-EBD6CA12A730}" srcId="{9A334FEB-3A88-4DD2-8B88-321D42B9060F}" destId="{C4F9D6D6-9AA2-47D5-B4A3-C6424C81F493}" srcOrd="0" destOrd="0" parTransId="{C99C65E2-C599-4170-9D43-B8C6B78D10F1}" sibTransId="{9278BB21-C506-4740-81A6-FD880353C08C}"/>
    <dgm:cxn modelId="{D5423FCC-9E67-4192-9D1F-E43DF3630BD8}" type="presOf" srcId="{80E08A47-49F7-44D0-8DBF-8714E99313D3}" destId="{0D109904-B737-4712-92BF-C746AC5E3584}" srcOrd="0" destOrd="0" presId="urn:microsoft.com/office/officeart/2005/8/layout/vList5"/>
    <dgm:cxn modelId="{654F4AD5-EB60-4816-8EB3-58FEB33A0F11}" type="presOf" srcId="{3FA2AE13-B835-4748-A9FE-E9841D22EE04}" destId="{0958843F-BB18-4817-8AB3-941CFCB20CF2}" srcOrd="0" destOrd="0" presId="urn:microsoft.com/office/officeart/2005/8/layout/vList5"/>
    <dgm:cxn modelId="{4B0A40DC-17AA-48AE-B641-201FFCE0EFA8}" srcId="{AECEE867-8A6E-40F8-8427-874CED7C724B}" destId="{64553BC3-4E26-4011-8C4C-492F3883BFA4}" srcOrd="4" destOrd="0" parTransId="{5ED1E61F-6FE0-4475-AA86-C964B6F8EB4E}" sibTransId="{9799AC2E-EE80-485B-89E4-CFB2581909E1}"/>
    <dgm:cxn modelId="{AE73B8E8-A991-43CA-8008-CBA17861C6B9}" type="presOf" srcId="{2F248A87-A981-42AB-97AB-BF279C297A6A}" destId="{CED31D93-9D33-4F42-BB8F-AF5890608EDF}" srcOrd="0" destOrd="0" presId="urn:microsoft.com/office/officeart/2005/8/layout/vList5"/>
    <dgm:cxn modelId="{E562F7EC-9323-4817-B388-6AE7E6F87745}" type="presOf" srcId="{64DCEC72-C4C3-47CA-83F0-6D856CA75075}" destId="{F8818327-8C1D-4D69-94E5-265DF08F05F7}" srcOrd="0" destOrd="1" presId="urn:microsoft.com/office/officeart/2005/8/layout/vList5"/>
    <dgm:cxn modelId="{B176FC63-14FC-41F8-AA50-A8BFDB358A78}" type="presParOf" srcId="{0958843F-BB18-4817-8AB3-941CFCB20CF2}" destId="{585B4CEF-E365-4210-B906-33FDA434C814}" srcOrd="0" destOrd="0" presId="urn:microsoft.com/office/officeart/2005/8/layout/vList5"/>
    <dgm:cxn modelId="{28503E03-6582-42B7-81E7-E0D1151189BD}" type="presParOf" srcId="{585B4CEF-E365-4210-B906-33FDA434C814}" destId="{CED31D93-9D33-4F42-BB8F-AF5890608EDF}" srcOrd="0" destOrd="0" presId="urn:microsoft.com/office/officeart/2005/8/layout/vList5"/>
    <dgm:cxn modelId="{06305F12-28EB-4775-B398-718C1206EC7F}" type="presParOf" srcId="{585B4CEF-E365-4210-B906-33FDA434C814}" destId="{578AA28C-FC02-4706-9E05-D9916B2ABCA3}" srcOrd="1" destOrd="0" presId="urn:microsoft.com/office/officeart/2005/8/layout/vList5"/>
    <dgm:cxn modelId="{D461B03C-AE7C-407E-8B74-AA0960DEB50E}" type="presParOf" srcId="{0958843F-BB18-4817-8AB3-941CFCB20CF2}" destId="{976DC020-30ED-4338-8440-0D1227AC881D}" srcOrd="1" destOrd="0" presId="urn:microsoft.com/office/officeart/2005/8/layout/vList5"/>
    <dgm:cxn modelId="{383470C4-4496-41D3-8031-72DB4C81C247}" type="presParOf" srcId="{0958843F-BB18-4817-8AB3-941CFCB20CF2}" destId="{05043677-3CC0-48C6-9366-409E76B4FD20}" srcOrd="2" destOrd="0" presId="urn:microsoft.com/office/officeart/2005/8/layout/vList5"/>
    <dgm:cxn modelId="{18F8BA7B-1640-4B35-B125-D66DEAB55589}" type="presParOf" srcId="{05043677-3CC0-48C6-9366-409E76B4FD20}" destId="{073F7963-0556-4231-843D-583200F383EE}" srcOrd="0" destOrd="0" presId="urn:microsoft.com/office/officeart/2005/8/layout/vList5"/>
    <dgm:cxn modelId="{444771DF-0498-42D2-9AF4-4D0B4505E35A}" type="presParOf" srcId="{05043677-3CC0-48C6-9366-409E76B4FD20}" destId="{A2E94C03-F399-49E5-BDC3-1555D011B613}" srcOrd="1" destOrd="0" presId="urn:microsoft.com/office/officeart/2005/8/layout/vList5"/>
    <dgm:cxn modelId="{C24F3539-1F3B-4891-9B86-7DC3BEADA65A}" type="presParOf" srcId="{0958843F-BB18-4817-8AB3-941CFCB20CF2}" destId="{AF9A4C17-7263-4E7A-85E1-C81E64DEC2B0}" srcOrd="3" destOrd="0" presId="urn:microsoft.com/office/officeart/2005/8/layout/vList5"/>
    <dgm:cxn modelId="{39C9CD7B-8E57-4ABB-B9F0-B6958D2DF3C1}" type="presParOf" srcId="{0958843F-BB18-4817-8AB3-941CFCB20CF2}" destId="{A2E9585E-BE68-402F-A60E-7E19C62C5B39}" srcOrd="4" destOrd="0" presId="urn:microsoft.com/office/officeart/2005/8/layout/vList5"/>
    <dgm:cxn modelId="{7286F641-DCC4-480B-B3AF-2BB185713850}" type="presParOf" srcId="{A2E9585E-BE68-402F-A60E-7E19C62C5B39}" destId="{0D109904-B737-4712-92BF-C746AC5E3584}" srcOrd="0" destOrd="0" presId="urn:microsoft.com/office/officeart/2005/8/layout/vList5"/>
    <dgm:cxn modelId="{0D23C8E6-A46D-4F09-9247-C8AC20F8E9BC}" type="presParOf" srcId="{A2E9585E-BE68-402F-A60E-7E19C62C5B39}" destId="{74010BF9-02C5-4ADE-8452-F2AF319B7F66}" srcOrd="1" destOrd="0" presId="urn:microsoft.com/office/officeart/2005/8/layout/vList5"/>
    <dgm:cxn modelId="{A9B02AC9-6FEC-45C7-8D09-FD715FF3ED8D}" type="presParOf" srcId="{0958843F-BB18-4817-8AB3-941CFCB20CF2}" destId="{8A55F9C9-7FE8-498B-90B8-08F015625D00}" srcOrd="5" destOrd="0" presId="urn:microsoft.com/office/officeart/2005/8/layout/vList5"/>
    <dgm:cxn modelId="{1C8B0CDF-E087-4E79-8416-D6BD9F502FB0}" type="presParOf" srcId="{0958843F-BB18-4817-8AB3-941CFCB20CF2}" destId="{D0ADCD07-5E1B-4068-9C7B-A6EE21B0F81D}" srcOrd="6" destOrd="0" presId="urn:microsoft.com/office/officeart/2005/8/layout/vList5"/>
    <dgm:cxn modelId="{B1812633-5A3B-453D-B964-00B413B76CDF}" type="presParOf" srcId="{D0ADCD07-5E1B-4068-9C7B-A6EE21B0F81D}" destId="{05CDB8CF-F9FE-4983-A5A7-E14235FA8A7B}" srcOrd="0" destOrd="0" presId="urn:microsoft.com/office/officeart/2005/8/layout/vList5"/>
    <dgm:cxn modelId="{8CA5D2C3-377B-4535-8064-2C6F0A16F518}" type="presParOf" srcId="{D0ADCD07-5E1B-4068-9C7B-A6EE21B0F81D}" destId="{F8818327-8C1D-4D69-94E5-265DF08F05F7}"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AA28C-FC02-4706-9E05-D9916B2ABCA3}">
      <dsp:nvSpPr>
        <dsp:cNvPr id="0" name=""/>
        <dsp:cNvSpPr/>
      </dsp:nvSpPr>
      <dsp:spPr>
        <a:xfrm rot="5400000">
          <a:off x="6334264" y="-2656527"/>
          <a:ext cx="826660" cy="635067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US" sz="1000" kern="1200" dirty="0">
              <a:latin typeface="Century Gothic" panose="020B0502020202020204" pitchFamily="34" charset="0"/>
            </a:rPr>
            <a:t>Fixes are costly if vulnerabilities are found late in production</a:t>
          </a:r>
        </a:p>
        <a:p>
          <a:pPr marL="57150" lvl="1" indent="-57150" algn="l" defTabSz="444500">
            <a:lnSpc>
              <a:spcPct val="90000"/>
            </a:lnSpc>
            <a:spcBef>
              <a:spcPct val="0"/>
            </a:spcBef>
            <a:spcAft>
              <a:spcPct val="15000"/>
            </a:spcAft>
            <a:buChar char="•"/>
          </a:pPr>
          <a:r>
            <a:rPr lang="en-US" sz="1000" kern="1200" dirty="0">
              <a:latin typeface="Century Gothic" panose="020B0502020202020204" pitchFamily="34" charset="0"/>
            </a:rPr>
            <a:t>Inconsistent security practices across various teams</a:t>
          </a:r>
        </a:p>
        <a:p>
          <a:pPr marL="57150" lvl="1" indent="-57150" algn="l" defTabSz="444500">
            <a:lnSpc>
              <a:spcPct val="90000"/>
            </a:lnSpc>
            <a:spcBef>
              <a:spcPct val="0"/>
            </a:spcBef>
            <a:spcAft>
              <a:spcPct val="15000"/>
            </a:spcAft>
            <a:buChar char="•"/>
          </a:pPr>
          <a:r>
            <a:rPr lang="en-US" sz="1000" b="1" kern="1200" dirty="0">
              <a:latin typeface="Century Gothic" panose="020B0502020202020204" pitchFamily="34" charset="0"/>
            </a:rPr>
            <a:t>Solution</a:t>
          </a:r>
          <a:r>
            <a:rPr lang="en-US" sz="1000" kern="1200" dirty="0">
              <a:latin typeface="Century Gothic" panose="020B0502020202020204" pitchFamily="34" charset="0"/>
            </a:rPr>
            <a:t>: Enforce coding standards with automated checks in the </a:t>
          </a:r>
          <a:r>
            <a:rPr lang="en-US" sz="1000" kern="1200" dirty="0" err="1">
              <a:latin typeface="Century Gothic" panose="020B0502020202020204" pitchFamily="34" charset="0"/>
            </a:rPr>
            <a:t>DevSecOps</a:t>
          </a:r>
          <a:r>
            <a:rPr lang="en-US" sz="1000" kern="1200" dirty="0">
              <a:latin typeface="Century Gothic" panose="020B0502020202020204" pitchFamily="34" charset="0"/>
            </a:rPr>
            <a:t> pipeline</a:t>
          </a:r>
        </a:p>
      </dsp:txBody>
      <dsp:txXfrm rot="-5400000">
        <a:off x="3572256" y="145835"/>
        <a:ext cx="6310323" cy="745952"/>
      </dsp:txXfrm>
    </dsp:sp>
    <dsp:sp modelId="{CED31D93-9D33-4F42-BB8F-AF5890608EDF}">
      <dsp:nvSpPr>
        <dsp:cNvPr id="0" name=""/>
        <dsp:cNvSpPr/>
      </dsp:nvSpPr>
      <dsp:spPr>
        <a:xfrm>
          <a:off x="0" y="2148"/>
          <a:ext cx="3572256" cy="103332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Century Gothic" panose="020B0502020202020204" pitchFamily="34" charset="0"/>
            </a:rPr>
            <a:t>Problems &amp; Solutions</a:t>
          </a:r>
        </a:p>
      </dsp:txBody>
      <dsp:txXfrm>
        <a:off x="50443" y="52591"/>
        <a:ext cx="3471370" cy="932440"/>
      </dsp:txXfrm>
    </dsp:sp>
    <dsp:sp modelId="{A2E94C03-F399-49E5-BDC3-1555D011B613}">
      <dsp:nvSpPr>
        <dsp:cNvPr id="0" name=""/>
        <dsp:cNvSpPr/>
      </dsp:nvSpPr>
      <dsp:spPr>
        <a:xfrm rot="5400000">
          <a:off x="6334264" y="-1571535"/>
          <a:ext cx="826660" cy="635067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Char char="•"/>
          </a:pPr>
          <a:r>
            <a:rPr lang="en-US" sz="900" b="1" kern="1200" dirty="0">
              <a:latin typeface="Century Gothic" panose="020B0502020202020204" pitchFamily="34" charset="0"/>
            </a:rPr>
            <a:t>Now</a:t>
          </a:r>
          <a:r>
            <a:rPr lang="en-US" sz="900" kern="1200" dirty="0">
              <a:latin typeface="Century Gothic" panose="020B0502020202020204" pitchFamily="34" charset="0"/>
            </a:rPr>
            <a:t>: upfront costs in time, tools, and training, but less vulnerability exposure and cheaper to fix</a:t>
          </a:r>
        </a:p>
        <a:p>
          <a:pPr marL="57150" lvl="1" indent="-57150" algn="l" defTabSz="400050">
            <a:lnSpc>
              <a:spcPct val="90000"/>
            </a:lnSpc>
            <a:spcBef>
              <a:spcPct val="0"/>
            </a:spcBef>
            <a:spcAft>
              <a:spcPct val="15000"/>
            </a:spcAft>
            <a:buChar char="•"/>
          </a:pPr>
          <a:r>
            <a:rPr lang="en-US" sz="900" b="1" kern="1200" dirty="0">
              <a:latin typeface="Century Gothic" panose="020B0502020202020204" pitchFamily="34" charset="0"/>
            </a:rPr>
            <a:t>Wait</a:t>
          </a:r>
          <a:r>
            <a:rPr lang="en-US" sz="900" kern="1200" dirty="0">
              <a:latin typeface="Century Gothic" panose="020B0502020202020204" pitchFamily="34" charset="0"/>
            </a:rPr>
            <a:t>: saves short-term effort but risks technical debt and breach risk grows</a:t>
          </a:r>
        </a:p>
      </dsp:txBody>
      <dsp:txXfrm rot="-5400000">
        <a:off x="3572256" y="1230827"/>
        <a:ext cx="6310323" cy="745952"/>
      </dsp:txXfrm>
    </dsp:sp>
    <dsp:sp modelId="{073F7963-0556-4231-843D-583200F383EE}">
      <dsp:nvSpPr>
        <dsp:cNvPr id="0" name=""/>
        <dsp:cNvSpPr/>
      </dsp:nvSpPr>
      <dsp:spPr>
        <a:xfrm>
          <a:off x="0" y="1087140"/>
          <a:ext cx="3572256" cy="103332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Act Now vs. Wait</a:t>
          </a:r>
        </a:p>
      </dsp:txBody>
      <dsp:txXfrm>
        <a:off x="50443" y="1137583"/>
        <a:ext cx="3471370" cy="932440"/>
      </dsp:txXfrm>
    </dsp:sp>
    <dsp:sp modelId="{74010BF9-02C5-4ADE-8452-F2AF319B7F66}">
      <dsp:nvSpPr>
        <dsp:cNvPr id="0" name=""/>
        <dsp:cNvSpPr/>
      </dsp:nvSpPr>
      <dsp:spPr>
        <a:xfrm rot="5400000">
          <a:off x="6334264" y="-486542"/>
          <a:ext cx="826660" cy="635067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Char char="•"/>
          </a:pPr>
          <a:r>
            <a:rPr lang="en-US" sz="900" kern="1200" dirty="0">
              <a:latin typeface="Century Gothic" panose="020B0502020202020204" pitchFamily="34" charset="0"/>
            </a:rPr>
            <a:t>Not all standards can be automated (e.g., logic issues, design flaws)</a:t>
          </a:r>
        </a:p>
        <a:p>
          <a:pPr marL="57150" lvl="1" indent="-57150" algn="l" defTabSz="400050">
            <a:lnSpc>
              <a:spcPct val="90000"/>
            </a:lnSpc>
            <a:spcBef>
              <a:spcPct val="0"/>
            </a:spcBef>
            <a:spcAft>
              <a:spcPct val="15000"/>
            </a:spcAft>
            <a:buChar char="•"/>
          </a:pPr>
          <a:r>
            <a:rPr lang="en-US" sz="900" kern="1200" dirty="0">
              <a:latin typeface="Century Gothic" panose="020B0502020202020204" pitchFamily="34" charset="0"/>
            </a:rPr>
            <a:t>False positives can lead to alert fatigue</a:t>
          </a:r>
        </a:p>
        <a:p>
          <a:pPr marL="57150" lvl="1" indent="-57150" algn="l" defTabSz="400050">
            <a:lnSpc>
              <a:spcPct val="90000"/>
            </a:lnSpc>
            <a:spcBef>
              <a:spcPct val="0"/>
            </a:spcBef>
            <a:spcAft>
              <a:spcPct val="15000"/>
            </a:spcAft>
            <a:buChar char="•"/>
          </a:pPr>
          <a:r>
            <a:rPr lang="en-US" sz="900" kern="1200" dirty="0">
              <a:latin typeface="Century Gothic" panose="020B0502020202020204" pitchFamily="34" charset="0"/>
            </a:rPr>
            <a:t>Over-reliance on tools gives false sense of security</a:t>
          </a:r>
        </a:p>
      </dsp:txBody>
      <dsp:txXfrm rot="-5400000">
        <a:off x="3572256" y="2315820"/>
        <a:ext cx="6310323" cy="745952"/>
      </dsp:txXfrm>
    </dsp:sp>
    <dsp:sp modelId="{0D109904-B737-4712-92BF-C746AC5E3584}">
      <dsp:nvSpPr>
        <dsp:cNvPr id="0" name=""/>
        <dsp:cNvSpPr/>
      </dsp:nvSpPr>
      <dsp:spPr>
        <a:xfrm>
          <a:off x="0" y="2172133"/>
          <a:ext cx="3572256" cy="103332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Strategy Gaps &amp; Risks</a:t>
          </a:r>
        </a:p>
      </dsp:txBody>
      <dsp:txXfrm>
        <a:off x="50443" y="2222576"/>
        <a:ext cx="3471370" cy="932440"/>
      </dsp:txXfrm>
    </dsp:sp>
    <dsp:sp modelId="{F8818327-8C1D-4D69-94E5-265DF08F05F7}">
      <dsp:nvSpPr>
        <dsp:cNvPr id="0" name=""/>
        <dsp:cNvSpPr/>
      </dsp:nvSpPr>
      <dsp:spPr>
        <a:xfrm rot="5400000">
          <a:off x="6334264" y="598449"/>
          <a:ext cx="826660" cy="635067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355600">
            <a:lnSpc>
              <a:spcPct val="90000"/>
            </a:lnSpc>
            <a:spcBef>
              <a:spcPct val="0"/>
            </a:spcBef>
            <a:spcAft>
              <a:spcPct val="15000"/>
            </a:spcAft>
            <a:buChar char="•"/>
          </a:pPr>
          <a:r>
            <a:rPr lang="en-US" sz="800" kern="1200" dirty="0">
              <a:latin typeface="Century Gothic" panose="020B0502020202020204" pitchFamily="34" charset="0"/>
            </a:rPr>
            <a:t>Integrate static/dynamic analysis into build</a:t>
          </a:r>
        </a:p>
        <a:p>
          <a:pPr marL="57150" lvl="1" indent="-57150" algn="l" defTabSz="355600">
            <a:lnSpc>
              <a:spcPct val="90000"/>
            </a:lnSpc>
            <a:spcBef>
              <a:spcPct val="0"/>
            </a:spcBef>
            <a:spcAft>
              <a:spcPct val="15000"/>
            </a:spcAft>
            <a:buChar char="•"/>
          </a:pPr>
          <a:r>
            <a:rPr lang="en-US" sz="800" kern="1200" dirty="0">
              <a:latin typeface="Century Gothic" panose="020B0502020202020204" pitchFamily="34" charset="0"/>
            </a:rPr>
            <a:t>Train Dev, Security, and Ops teams on security standards and approved tools</a:t>
          </a:r>
        </a:p>
        <a:p>
          <a:pPr marL="57150" lvl="1" indent="-57150" algn="l" defTabSz="355600">
            <a:lnSpc>
              <a:spcPct val="90000"/>
            </a:lnSpc>
            <a:spcBef>
              <a:spcPct val="0"/>
            </a:spcBef>
            <a:spcAft>
              <a:spcPct val="15000"/>
            </a:spcAft>
            <a:buChar char="•"/>
          </a:pPr>
          <a:r>
            <a:rPr lang="en-US" sz="800" kern="1200" dirty="0">
              <a:latin typeface="Century Gothic" panose="020B0502020202020204" pitchFamily="34" charset="0"/>
            </a:rPr>
            <a:t>Add manual review in addition to automation</a:t>
          </a:r>
        </a:p>
        <a:p>
          <a:pPr marL="57150" lvl="1" indent="-57150" algn="l" defTabSz="355600">
            <a:lnSpc>
              <a:spcPct val="90000"/>
            </a:lnSpc>
            <a:spcBef>
              <a:spcPct val="0"/>
            </a:spcBef>
            <a:spcAft>
              <a:spcPct val="15000"/>
            </a:spcAft>
            <a:buChar char="•"/>
          </a:pPr>
          <a:r>
            <a:rPr lang="en-US" sz="800" kern="1200" dirty="0">
              <a:latin typeface="Century Gothic" panose="020B0502020202020204" pitchFamily="34" charset="0"/>
            </a:rPr>
            <a:t>Perform threat modeling</a:t>
          </a:r>
        </a:p>
        <a:p>
          <a:pPr marL="57150" lvl="1" indent="-57150" algn="l" defTabSz="355600">
            <a:lnSpc>
              <a:spcPct val="90000"/>
            </a:lnSpc>
            <a:spcBef>
              <a:spcPct val="0"/>
            </a:spcBef>
            <a:spcAft>
              <a:spcPct val="15000"/>
            </a:spcAft>
            <a:buChar char="•"/>
          </a:pPr>
          <a:r>
            <a:rPr lang="en-US" sz="800" kern="1200" dirty="0">
              <a:latin typeface="Century Gothic" panose="020B0502020202020204" pitchFamily="34" charset="0"/>
            </a:rPr>
            <a:t>Review policy regularly and update as needed</a:t>
          </a:r>
        </a:p>
      </dsp:txBody>
      <dsp:txXfrm rot="-5400000">
        <a:off x="3572256" y="3400811"/>
        <a:ext cx="6310323" cy="745952"/>
      </dsp:txXfrm>
    </dsp:sp>
    <dsp:sp modelId="{05CDB8CF-F9FE-4983-A5A7-E14235FA8A7B}">
      <dsp:nvSpPr>
        <dsp:cNvPr id="0" name=""/>
        <dsp:cNvSpPr/>
      </dsp:nvSpPr>
      <dsp:spPr>
        <a:xfrm>
          <a:off x="0" y="3257125"/>
          <a:ext cx="3572256" cy="103332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Next Steps</a:t>
          </a:r>
        </a:p>
      </dsp:txBody>
      <dsp:txXfrm>
        <a:off x="50443" y="3307568"/>
        <a:ext cx="3471370" cy="93244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94348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642518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916215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303319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499741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hyperlink" Target="https://github.com/google/googletes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hyperlink" Target="https://www.adacore.com/codesonar" TargetMode="External"/><Relationship Id="rId3" Type="http://schemas.openxmlformats.org/officeDocument/2006/relationships/notesSlide" Target="../notesSlides/notesSlide14.xml"/><Relationship Id="rId7" Type="http://schemas.openxmlformats.org/officeDocument/2006/relationships/hyperlink" Target="https://cppcheck.sourceforge.io/" TargetMode="Externa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hyperlink" Target="https://clang.llvm.org/docs/MemorySanitizer.html" TargetMode="External"/><Relationship Id="rId11" Type="http://schemas.openxmlformats.org/officeDocument/2006/relationships/image" Target="../media/image3.png"/><Relationship Id="rId5" Type="http://schemas.openxmlformats.org/officeDocument/2006/relationships/hyperlink" Target="https://clang.llvm.org/docs/AddressSanitizer.html" TargetMode="External"/><Relationship Id="rId10" Type="http://schemas.openxmlformats.org/officeDocument/2006/relationships/hyperlink" Target="https://www.parasoft.com/products/parasoft-c-ctest/?utm_term=parasoft%20c%2Fc%2B%2Btest&amp;utm_campaign=Parasoft+Ctest+-+Product+Page&amp;utm_source=bing&amp;utm_medium=ppc&amp;hsa_acc=8461969440&amp;hsa_cam=22602303480&amp;hsa_grp=1236951802934315&amp;hsa_ad=&amp;hsa_src=o&amp;hsa_tgt=kwd-77309908686840:loc-190&amp;hsa_kw=parasoft%20c%2Fc%2B%2Btest&amp;hsa_mt=e&amp;hsa_net=adwords&amp;hsa_ver=3&amp;msclkid=de7ba43183ba10d16e9ccee34ed038af" TargetMode="External"/><Relationship Id="rId4" Type="http://schemas.openxmlformats.org/officeDocument/2006/relationships/hyperlink" Target="https://clang.llvm.org/extra/clang-tidy/" TargetMode="External"/><Relationship Id="rId9" Type="http://schemas.openxmlformats.org/officeDocument/2006/relationships/hyperlink" Target="https://www.zaproxy.org/docs/" TargetMode="Externa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15.xml"/><Relationship Id="rId7" Type="http://schemas.openxmlformats.org/officeDocument/2006/relationships/diagramQuickStyle" Target="../diagrams/quickStyle1.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hyperlink" Target="https://talkbusiness.net/2026/09/interlock-claims-responsibility-for-fort-smith-computer-system-attack/"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hyperlink" Target="https://talkbusiness.net/2026/09/interlock-claims-responsibility-for-fort-smith-computer-system-attack/" TargetMode="External"/><Relationship Id="rId3" Type="http://schemas.openxmlformats.org/officeDocument/2006/relationships/notesSlide" Target="../notesSlides/notesSlide19.xml"/><Relationship Id="rId7" Type="http://schemas.openxmlformats.org/officeDocument/2006/relationships/hyperlink" Target="https://cmu-sei.github.io/secure-coding-standards/sei-cert-cpp-coding-standard/front-matter/introduction/how-this-coding-standard-is-organized"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medium.com/@karthik.puttoju9/aaa-the-triple-pillar-framework-of-modern-access-control-d3ad08e63836" TargetMode="External"/><Relationship Id="rId5" Type="http://schemas.openxmlformats.org/officeDocument/2006/relationships/hyperlink" Target="https://www.cyberdb.co/post-cyber-attack-7-critical-steps-to-take-toward-full-recovery/" TargetMode="External"/><Relationship Id="rId10" Type="http://schemas.openxmlformats.org/officeDocument/2006/relationships/image" Target="../media/image3.png"/><Relationship Id="rId4" Type="http://schemas.openxmlformats.org/officeDocument/2006/relationships/hyperlink" Target="https://breachhistory.com/blog/fort-smith-arkansas-interlock-data-theft-september-2026" TargetMode="External"/><Relationship Id="rId9" Type="http://schemas.openxmlformats.org/officeDocument/2006/relationships/hyperlink" Target="https://dualitytech.com/blog/data-at-rest-vs-in-transit-vs-in-use/#encryption-at-rest-aes-and-storage-prote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Monica Nguyen</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716"/>
    </mc:Choice>
    <mc:Fallback xmlns="">
      <p:transition spd="slow" advTm="2871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380331" y="1844842"/>
            <a:ext cx="4819076" cy="4373843"/>
          </a:xfrm>
          <a:prstGeom prst="rect">
            <a:avLst/>
          </a:prstGeom>
          <a:noFill/>
          <a:ln>
            <a:noFill/>
          </a:ln>
        </p:spPr>
        <p:txBody>
          <a:bodyPr spcFirstLastPara="1" wrap="square" lIns="91425" tIns="45700" rIns="91425" bIns="45700" anchor="t" anchorCtr="0">
            <a:normAutofit fontScale="85000" lnSpcReduction="20000"/>
          </a:bodyPr>
          <a:lstStyle/>
          <a:p>
            <a:pPr>
              <a:lnSpc>
                <a:spcPct val="150000"/>
              </a:lnSpc>
              <a:spcBef>
                <a:spcPts val="0"/>
              </a:spcBef>
            </a:pPr>
            <a:r>
              <a:rPr lang="en-US" dirty="0"/>
              <a:t>Defense-In-Depth (</a:t>
            </a:r>
            <a:r>
              <a:rPr lang="en-US" dirty="0" err="1"/>
              <a:t>DiD</a:t>
            </a:r>
            <a:r>
              <a:rPr lang="en-US" dirty="0"/>
              <a:t>) is a security strategy that uses multiple layers of protection to safeguard systems, data, and users.</a:t>
            </a:r>
          </a:p>
          <a:p>
            <a:pPr>
              <a:lnSpc>
                <a:spcPct val="150000"/>
              </a:lnSpc>
              <a:spcBef>
                <a:spcPts val="0"/>
              </a:spcBef>
            </a:pPr>
            <a:r>
              <a:rPr lang="en-US" dirty="0"/>
              <a:t>Involves multiple security controls in each layer to minimize attack surfaces.</a:t>
            </a:r>
          </a:p>
          <a:p>
            <a:pPr>
              <a:lnSpc>
                <a:spcPct val="150000"/>
              </a:lnSpc>
              <a:spcBef>
                <a:spcPts val="0"/>
              </a:spcBef>
            </a:pPr>
            <a:r>
              <a:rPr lang="en-US" dirty="0"/>
              <a:t>This policy serves as the “foundational layer” for current and future Green Pace applications.</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5358412" y="1938529"/>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742"/>
    </mc:Choice>
    <mc:Fallback xmlns="">
      <p:transition spd="slow" advTm="4974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317B2ED8-B7CC-949D-948F-C630FA502E69}"/>
              </a:ext>
            </a:extLst>
          </p:cNvPr>
          <p:cNvGraphicFramePr>
            <a:graphicFrameLocks noGrp="1"/>
          </p:cNvGraphicFramePr>
          <p:nvPr>
            <p:extLst>
              <p:ext uri="{D42A27DB-BD31-4B8C-83A1-F6EECF244321}">
                <p14:modId xmlns:p14="http://schemas.microsoft.com/office/powerpoint/2010/main" val="2738472492"/>
              </p:ext>
            </p:extLst>
          </p:nvPr>
        </p:nvGraphicFramePr>
        <p:xfrm>
          <a:off x="1560786" y="2511553"/>
          <a:ext cx="9061252" cy="3582072"/>
        </p:xfrm>
        <a:graphic>
          <a:graphicData uri="http://schemas.openxmlformats.org/drawingml/2006/table">
            <a:tbl>
              <a:tblPr firstRow="1" bandRow="1">
                <a:tableStyleId>{802198C4-3087-4945-87E3-76CBB3509B7E}</a:tableStyleId>
              </a:tblPr>
              <a:tblGrid>
                <a:gridCol w="2272195">
                  <a:extLst>
                    <a:ext uri="{9D8B030D-6E8A-4147-A177-3AD203B41FA5}">
                      <a16:colId xmlns:a16="http://schemas.microsoft.com/office/drawing/2014/main" val="1371339027"/>
                    </a:ext>
                  </a:extLst>
                </a:gridCol>
                <a:gridCol w="2263019">
                  <a:extLst>
                    <a:ext uri="{9D8B030D-6E8A-4147-A177-3AD203B41FA5}">
                      <a16:colId xmlns:a16="http://schemas.microsoft.com/office/drawing/2014/main" val="2484957941"/>
                    </a:ext>
                  </a:extLst>
                </a:gridCol>
                <a:gridCol w="2263019">
                  <a:extLst>
                    <a:ext uri="{9D8B030D-6E8A-4147-A177-3AD203B41FA5}">
                      <a16:colId xmlns:a16="http://schemas.microsoft.com/office/drawing/2014/main" val="3885974586"/>
                    </a:ext>
                  </a:extLst>
                </a:gridCol>
                <a:gridCol w="2263019">
                  <a:extLst>
                    <a:ext uri="{9D8B030D-6E8A-4147-A177-3AD203B41FA5}">
                      <a16:colId xmlns:a16="http://schemas.microsoft.com/office/drawing/2014/main" val="50001191"/>
                    </a:ext>
                  </a:extLst>
                </a:gridCol>
              </a:tblGrid>
              <a:tr h="895518">
                <a:tc>
                  <a:txBody>
                    <a:bodyPr/>
                    <a:lstStyle/>
                    <a:p>
                      <a:pPr algn="ctr"/>
                      <a:endParaRPr lang="en-US" dirty="0">
                        <a:solidFill>
                          <a:schemeClr val="bg1"/>
                        </a:solidFill>
                        <a:latin typeface="Century Gothic" panose="020B0502020202020204" pitchFamily="34" charset="0"/>
                      </a:endParaRPr>
                    </a:p>
                  </a:txBody>
                  <a:tcPr anchor="ctr"/>
                </a:tc>
                <a:tc>
                  <a:txBody>
                    <a:bodyPr/>
                    <a:lstStyle/>
                    <a:p>
                      <a:pPr algn="ctr"/>
                      <a:r>
                        <a:rPr lang="en-US" sz="1800" b="1" dirty="0">
                          <a:solidFill>
                            <a:schemeClr val="bg1"/>
                          </a:solidFill>
                          <a:latin typeface="Century Gothic" panose="020B0502020202020204" pitchFamily="34" charset="0"/>
                        </a:rPr>
                        <a:t>Low</a:t>
                      </a:r>
                    </a:p>
                  </a:txBody>
                  <a:tcPr anchor="ctr"/>
                </a:tc>
                <a:tc>
                  <a:txBody>
                    <a:bodyPr/>
                    <a:lstStyle/>
                    <a:p>
                      <a:pPr algn="ctr"/>
                      <a:r>
                        <a:rPr lang="en-US" sz="1800" b="1" dirty="0">
                          <a:solidFill>
                            <a:schemeClr val="bg1"/>
                          </a:solidFill>
                          <a:latin typeface="Century Gothic" panose="020B0502020202020204" pitchFamily="34" charset="0"/>
                        </a:rPr>
                        <a:t>Medium</a:t>
                      </a:r>
                    </a:p>
                  </a:txBody>
                  <a:tcPr anchor="ctr"/>
                </a:tc>
                <a:tc>
                  <a:txBody>
                    <a:bodyPr/>
                    <a:lstStyle/>
                    <a:p>
                      <a:pPr algn="ctr"/>
                      <a:r>
                        <a:rPr lang="en-US" sz="1800" b="1" dirty="0">
                          <a:solidFill>
                            <a:schemeClr val="bg1"/>
                          </a:solidFill>
                          <a:latin typeface="Century Gothic" panose="020B0502020202020204" pitchFamily="34" charset="0"/>
                        </a:rPr>
                        <a:t>High</a:t>
                      </a:r>
                    </a:p>
                  </a:txBody>
                  <a:tcPr anchor="ctr"/>
                </a:tc>
                <a:extLst>
                  <a:ext uri="{0D108BD9-81ED-4DB2-BD59-A6C34878D82A}">
                    <a16:rowId xmlns:a16="http://schemas.microsoft.com/office/drawing/2014/main" val="3784586121"/>
                  </a:ext>
                </a:extLst>
              </a:tr>
              <a:tr h="895518">
                <a:tc>
                  <a:txBody>
                    <a:bodyPr/>
                    <a:lstStyle/>
                    <a:p>
                      <a:pPr algn="ctr"/>
                      <a:r>
                        <a:rPr lang="en-US" sz="1800" b="1" dirty="0">
                          <a:solidFill>
                            <a:schemeClr val="bg1"/>
                          </a:solidFill>
                          <a:latin typeface="Century Gothic" panose="020B0502020202020204" pitchFamily="34" charset="0"/>
                        </a:rPr>
                        <a:t>Likely</a:t>
                      </a:r>
                    </a:p>
                  </a:txBody>
                  <a:tcPr anchor="ctr"/>
                </a:tc>
                <a:tc>
                  <a:txBody>
                    <a:bodyPr/>
                    <a:lstStyle/>
                    <a:p>
                      <a:pPr algn="ctr"/>
                      <a:endParaRPr lang="en-US" dirty="0">
                        <a:solidFill>
                          <a:schemeClr val="tx1"/>
                        </a:solidFill>
                        <a:latin typeface="Century Gothic" panose="020B0502020202020204" pitchFamily="34" charset="0"/>
                      </a:endParaRPr>
                    </a:p>
                  </a:txBody>
                  <a:tcPr anchor="ctr">
                    <a:solidFill>
                      <a:schemeClr val="accent2"/>
                    </a:solidFill>
                  </a:tcPr>
                </a:tc>
                <a:tc>
                  <a:txBody>
                    <a:bodyPr/>
                    <a:lstStyle/>
                    <a:p>
                      <a:pPr algn="ctr"/>
                      <a:r>
                        <a:rPr lang="en-US" dirty="0">
                          <a:solidFill>
                            <a:schemeClr val="tx1"/>
                          </a:solidFill>
                          <a:latin typeface="Century Gothic" panose="020B0502020202020204" pitchFamily="34" charset="0"/>
                        </a:rPr>
                        <a:t>STD-005-CPP</a:t>
                      </a:r>
                    </a:p>
                  </a:txBody>
                  <a:tcPr anchor="ctr">
                    <a:solidFill>
                      <a:srgbClr val="C00000"/>
                    </a:solidFill>
                  </a:tcPr>
                </a:tc>
                <a:tc>
                  <a:txBody>
                    <a:bodyPr/>
                    <a:lstStyle/>
                    <a:p>
                      <a:pPr algn="ctr"/>
                      <a:r>
                        <a:rPr lang="en-US" dirty="0">
                          <a:solidFill>
                            <a:schemeClr val="tx1"/>
                          </a:solidFill>
                          <a:latin typeface="Century Gothic" panose="020B0502020202020204" pitchFamily="34" charset="0"/>
                        </a:rPr>
                        <a:t>STD-004-CPP</a:t>
                      </a:r>
                    </a:p>
                  </a:txBody>
                  <a:tcPr anchor="ctr">
                    <a:solidFill>
                      <a:srgbClr val="C00000"/>
                    </a:solidFill>
                  </a:tcPr>
                </a:tc>
                <a:extLst>
                  <a:ext uri="{0D108BD9-81ED-4DB2-BD59-A6C34878D82A}">
                    <a16:rowId xmlns:a16="http://schemas.microsoft.com/office/drawing/2014/main" val="2613807291"/>
                  </a:ext>
                </a:extLst>
              </a:tr>
              <a:tr h="895518">
                <a:tc>
                  <a:txBody>
                    <a:bodyPr/>
                    <a:lstStyle/>
                    <a:p>
                      <a:pPr algn="ctr"/>
                      <a:r>
                        <a:rPr lang="en-US" sz="1800" b="1" dirty="0">
                          <a:solidFill>
                            <a:schemeClr val="bg1"/>
                          </a:solidFill>
                          <a:latin typeface="Century Gothic" panose="020B0502020202020204" pitchFamily="34" charset="0"/>
                        </a:rPr>
                        <a:t>Probable</a:t>
                      </a:r>
                    </a:p>
                  </a:txBody>
                  <a:tcPr anchor="ctr"/>
                </a:tc>
                <a:tc>
                  <a:txBody>
                    <a:bodyPr/>
                    <a:lstStyle/>
                    <a:p>
                      <a:pPr algn="ctr"/>
                      <a:endParaRPr lang="en-US" dirty="0">
                        <a:solidFill>
                          <a:schemeClr val="tx1"/>
                        </a:solidFill>
                        <a:latin typeface="Century Gothic" panose="020B0502020202020204" pitchFamily="34" charset="0"/>
                      </a:endParaRPr>
                    </a:p>
                  </a:txBody>
                  <a:tcPr anchor="ctr">
                    <a:solidFill>
                      <a:srgbClr val="FFFF00"/>
                    </a:solidFill>
                  </a:tcPr>
                </a:tc>
                <a:tc>
                  <a:txBody>
                    <a:bodyPr/>
                    <a:lstStyle/>
                    <a:p>
                      <a:pPr algn="ctr"/>
                      <a:r>
                        <a:rPr lang="en-US" dirty="0">
                          <a:solidFill>
                            <a:schemeClr val="tx1"/>
                          </a:solidFill>
                          <a:latin typeface="Century Gothic" panose="020B0502020202020204" pitchFamily="34" charset="0"/>
                        </a:rPr>
                        <a:t>STD-003-CPP</a:t>
                      </a:r>
                      <a:br>
                        <a:rPr lang="en-US" dirty="0">
                          <a:solidFill>
                            <a:schemeClr val="tx1"/>
                          </a:solidFill>
                          <a:latin typeface="Century Gothic" panose="020B0502020202020204" pitchFamily="34" charset="0"/>
                        </a:rPr>
                      </a:br>
                      <a:r>
                        <a:rPr lang="en-US" dirty="0">
                          <a:solidFill>
                            <a:schemeClr val="tx1"/>
                          </a:solidFill>
                          <a:latin typeface="Century Gothic" panose="020B0502020202020204" pitchFamily="34" charset="0"/>
                        </a:rPr>
                        <a:t>STD-007-CPP</a:t>
                      </a:r>
                    </a:p>
                    <a:p>
                      <a:pPr algn="ctr"/>
                      <a:r>
                        <a:rPr lang="en-US" dirty="0">
                          <a:solidFill>
                            <a:schemeClr val="tx1"/>
                          </a:solidFill>
                          <a:latin typeface="Century Gothic" panose="020B0502020202020204" pitchFamily="34" charset="0"/>
                        </a:rPr>
                        <a:t>STD-010-CPP</a:t>
                      </a:r>
                    </a:p>
                  </a:txBody>
                  <a:tcPr anchor="ctr">
                    <a:solidFill>
                      <a:schemeClr val="accent2"/>
                    </a:solidFill>
                  </a:tcPr>
                </a:tc>
                <a:tc>
                  <a:txBody>
                    <a:bodyPr/>
                    <a:lstStyle/>
                    <a:p>
                      <a:pPr algn="ctr"/>
                      <a:r>
                        <a:rPr lang="en-US" dirty="0">
                          <a:solidFill>
                            <a:schemeClr val="tx1"/>
                          </a:solidFill>
                          <a:latin typeface="Century Gothic" panose="020B0502020202020204" pitchFamily="34" charset="0"/>
                        </a:rPr>
                        <a:t>STD-002-CPP</a:t>
                      </a:r>
                    </a:p>
                  </a:txBody>
                  <a:tcPr anchor="ctr">
                    <a:solidFill>
                      <a:srgbClr val="C00000"/>
                    </a:solidFill>
                  </a:tcPr>
                </a:tc>
                <a:extLst>
                  <a:ext uri="{0D108BD9-81ED-4DB2-BD59-A6C34878D82A}">
                    <a16:rowId xmlns:a16="http://schemas.microsoft.com/office/drawing/2014/main" val="3799732358"/>
                  </a:ext>
                </a:extLst>
              </a:tr>
              <a:tr h="895518">
                <a:tc>
                  <a:txBody>
                    <a:bodyPr/>
                    <a:lstStyle/>
                    <a:p>
                      <a:pPr algn="ctr"/>
                      <a:r>
                        <a:rPr lang="en-US" sz="1800" b="1" dirty="0">
                          <a:solidFill>
                            <a:schemeClr val="bg1"/>
                          </a:solidFill>
                          <a:latin typeface="Century Gothic" panose="020B0502020202020204" pitchFamily="34" charset="0"/>
                        </a:rPr>
                        <a:t>Unlikely</a:t>
                      </a:r>
                    </a:p>
                  </a:txBody>
                  <a:tcPr anchor="ctr"/>
                </a:tc>
                <a:tc>
                  <a:txBody>
                    <a:bodyPr/>
                    <a:lstStyle/>
                    <a:p>
                      <a:pPr algn="ctr"/>
                      <a:r>
                        <a:rPr lang="en-US" dirty="0">
                          <a:solidFill>
                            <a:schemeClr val="tx1"/>
                          </a:solidFill>
                          <a:latin typeface="Century Gothic" panose="020B0502020202020204" pitchFamily="34" charset="0"/>
                        </a:rPr>
                        <a:t>STD-006-CPP</a:t>
                      </a:r>
                    </a:p>
                  </a:txBody>
                  <a:tcPr anchor="ctr">
                    <a:solidFill>
                      <a:srgbClr val="FFFF00"/>
                    </a:solidFill>
                  </a:tcPr>
                </a:tc>
                <a:tc>
                  <a:txBody>
                    <a:bodyPr/>
                    <a:lstStyle/>
                    <a:p>
                      <a:pPr algn="ctr"/>
                      <a:r>
                        <a:rPr lang="en-US" dirty="0">
                          <a:solidFill>
                            <a:schemeClr val="tx1"/>
                          </a:solidFill>
                          <a:latin typeface="Century Gothic" panose="020B0502020202020204" pitchFamily="34" charset="0"/>
                        </a:rPr>
                        <a:t>STD-008-CPP</a:t>
                      </a:r>
                      <a:br>
                        <a:rPr lang="en-US" dirty="0">
                          <a:solidFill>
                            <a:schemeClr val="tx1"/>
                          </a:solidFill>
                          <a:latin typeface="Century Gothic" panose="020B0502020202020204" pitchFamily="34" charset="0"/>
                        </a:rPr>
                      </a:br>
                      <a:r>
                        <a:rPr lang="en-US" dirty="0">
                          <a:solidFill>
                            <a:schemeClr val="tx1"/>
                          </a:solidFill>
                          <a:latin typeface="Century Gothic" panose="020B0502020202020204" pitchFamily="34" charset="0"/>
                        </a:rPr>
                        <a:t>STD-009-CPP</a:t>
                      </a:r>
                    </a:p>
                  </a:txBody>
                  <a:tcPr anchor="ctr">
                    <a:solidFill>
                      <a:srgbClr val="FFFF00"/>
                    </a:solidFill>
                  </a:tcPr>
                </a:tc>
                <a:tc>
                  <a:txBody>
                    <a:bodyPr/>
                    <a:lstStyle/>
                    <a:p>
                      <a:pPr algn="ctr"/>
                      <a:r>
                        <a:rPr lang="en-US" dirty="0">
                          <a:solidFill>
                            <a:schemeClr val="tx1"/>
                          </a:solidFill>
                          <a:latin typeface="Century Gothic" panose="020B0502020202020204" pitchFamily="34" charset="0"/>
                        </a:rPr>
                        <a:t>STD-001-CPP</a:t>
                      </a:r>
                    </a:p>
                  </a:txBody>
                  <a:tcPr anchor="ctr">
                    <a:solidFill>
                      <a:schemeClr val="accent2"/>
                    </a:solidFill>
                  </a:tcPr>
                </a:tc>
                <a:extLst>
                  <a:ext uri="{0D108BD9-81ED-4DB2-BD59-A6C34878D82A}">
                    <a16:rowId xmlns:a16="http://schemas.microsoft.com/office/drawing/2014/main" val="1914342159"/>
                  </a:ext>
                </a:extLst>
              </a:tr>
            </a:tbl>
          </a:graphicData>
        </a:graphic>
      </p:graphicFrame>
      <p:sp>
        <p:nvSpPr>
          <p:cNvPr id="3" name="Arrow: Up 2">
            <a:extLst>
              <a:ext uri="{FF2B5EF4-FFF2-40B4-BE49-F238E27FC236}">
                <a16:creationId xmlns:a16="http://schemas.microsoft.com/office/drawing/2014/main" id="{B25088FF-9624-BA97-B2EA-3F8B6E18DBAA}"/>
              </a:ext>
            </a:extLst>
          </p:cNvPr>
          <p:cNvSpPr/>
          <p:nvPr/>
        </p:nvSpPr>
        <p:spPr>
          <a:xfrm>
            <a:off x="780393" y="2412123"/>
            <a:ext cx="457200" cy="368150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000" b="1" dirty="0">
                <a:latin typeface="Century Gothic" panose="020B0502020202020204" pitchFamily="34" charset="0"/>
              </a:rPr>
              <a:t>LIKELIHOOD</a:t>
            </a:r>
            <a:endParaRPr lang="en-US" sz="1800" b="1" dirty="0">
              <a:latin typeface="Century Gothic" panose="020B0502020202020204" pitchFamily="34" charset="0"/>
            </a:endParaRPr>
          </a:p>
        </p:txBody>
      </p:sp>
      <p:sp>
        <p:nvSpPr>
          <p:cNvPr id="4" name="Arrow: Right 3">
            <a:extLst>
              <a:ext uri="{FF2B5EF4-FFF2-40B4-BE49-F238E27FC236}">
                <a16:creationId xmlns:a16="http://schemas.microsoft.com/office/drawing/2014/main" id="{55E70CD4-A7CC-8F3C-B05E-5CB31FA063BC}"/>
              </a:ext>
            </a:extLst>
          </p:cNvPr>
          <p:cNvSpPr/>
          <p:nvPr/>
        </p:nvSpPr>
        <p:spPr>
          <a:xfrm>
            <a:off x="1569962" y="1897967"/>
            <a:ext cx="9052076" cy="3865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Century Gothic" panose="020B0502020202020204" pitchFamily="34" charset="0"/>
              </a:rPr>
              <a:t>PRIORITY</a:t>
            </a:r>
            <a:endParaRPr lang="en-US" b="1" dirty="0">
              <a:latin typeface="Century Gothic" panose="020B0502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9039"/>
    </mc:Choice>
    <mc:Fallback xmlns="">
      <p:transition spd="slow" advTm="6903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3C4AEEDD-8AE8-648C-2A45-E2539872CEB4}"/>
              </a:ext>
            </a:extLst>
          </p:cNvPr>
          <p:cNvGraphicFramePr>
            <a:graphicFrameLocks noGrp="1"/>
          </p:cNvGraphicFramePr>
          <p:nvPr>
            <p:extLst>
              <p:ext uri="{D42A27DB-BD31-4B8C-83A1-F6EECF244321}">
                <p14:modId xmlns:p14="http://schemas.microsoft.com/office/powerpoint/2010/main" val="2318905298"/>
              </p:ext>
            </p:extLst>
          </p:nvPr>
        </p:nvGraphicFramePr>
        <p:xfrm>
          <a:off x="685799" y="1913545"/>
          <a:ext cx="10055145" cy="4329599"/>
        </p:xfrm>
        <a:graphic>
          <a:graphicData uri="http://schemas.openxmlformats.org/drawingml/2006/table">
            <a:tbl>
              <a:tblPr firstRow="1" bandRow="1">
                <a:tableStyleId>{802198C4-3087-4945-87E3-76CBB3509B7E}</a:tableStyleId>
              </a:tblPr>
              <a:tblGrid>
                <a:gridCol w="428943">
                  <a:extLst>
                    <a:ext uri="{9D8B030D-6E8A-4147-A177-3AD203B41FA5}">
                      <a16:colId xmlns:a16="http://schemas.microsoft.com/office/drawing/2014/main" val="3493813776"/>
                    </a:ext>
                  </a:extLst>
                </a:gridCol>
                <a:gridCol w="4676103">
                  <a:extLst>
                    <a:ext uri="{9D8B030D-6E8A-4147-A177-3AD203B41FA5}">
                      <a16:colId xmlns:a16="http://schemas.microsoft.com/office/drawing/2014/main" val="1093073934"/>
                    </a:ext>
                  </a:extLst>
                </a:gridCol>
                <a:gridCol w="4950099">
                  <a:extLst>
                    <a:ext uri="{9D8B030D-6E8A-4147-A177-3AD203B41FA5}">
                      <a16:colId xmlns:a16="http://schemas.microsoft.com/office/drawing/2014/main" val="877153676"/>
                    </a:ext>
                  </a:extLst>
                </a:gridCol>
              </a:tblGrid>
              <a:tr h="415049">
                <a:tc>
                  <a:txBody>
                    <a:bodyPr/>
                    <a:lstStyle/>
                    <a:p>
                      <a:pPr marL="0" marR="0" lvl="0" indent="0" algn="l" rtl="0">
                        <a:lnSpc>
                          <a:spcPct val="90000"/>
                        </a:lnSpc>
                        <a:spcBef>
                          <a:spcPts val="0"/>
                        </a:spcBef>
                        <a:spcAft>
                          <a:spcPts val="0"/>
                        </a:spcAft>
                        <a:buClr>
                          <a:schemeClr val="lt1"/>
                        </a:buClr>
                        <a:buSzPts val="2200"/>
                        <a:buFont typeface="Arial"/>
                        <a:buNone/>
                      </a:pPr>
                      <a:r>
                        <a:rPr lang="en-US" sz="2200" b="1" i="0" u="none" strike="noStrike" cap="none" dirty="0">
                          <a:solidFill>
                            <a:schemeClr val="lt1"/>
                          </a:solidFill>
                          <a:latin typeface="Century Gothic"/>
                          <a:sym typeface="Century Gothic"/>
                        </a:rPr>
                        <a:t>#</a:t>
                      </a:r>
                    </a:p>
                  </a:txBody>
                  <a:tcPr/>
                </a:tc>
                <a:tc>
                  <a:txBody>
                    <a:bodyPr/>
                    <a:lstStyle/>
                    <a:p>
                      <a:pPr marL="0" marR="0" lvl="0" indent="0" algn="l" rtl="0">
                        <a:lnSpc>
                          <a:spcPct val="90000"/>
                        </a:lnSpc>
                        <a:spcBef>
                          <a:spcPts val="0"/>
                        </a:spcBef>
                        <a:spcAft>
                          <a:spcPts val="0"/>
                        </a:spcAft>
                        <a:buClr>
                          <a:schemeClr val="lt1"/>
                        </a:buClr>
                        <a:buSzPts val="2200"/>
                        <a:buFont typeface="Arial"/>
                        <a:buNone/>
                      </a:pPr>
                      <a:r>
                        <a:rPr lang="en-US" sz="2200" b="1" i="0" u="none" strike="noStrike" cap="none" dirty="0">
                          <a:solidFill>
                            <a:schemeClr val="lt1"/>
                          </a:solidFill>
                          <a:latin typeface="Century Gothic"/>
                          <a:sym typeface="Century Gothic"/>
                        </a:rPr>
                        <a:t>Coding Principle</a:t>
                      </a:r>
                    </a:p>
                  </a:txBody>
                  <a:tcPr/>
                </a:tc>
                <a:tc>
                  <a:txBody>
                    <a:bodyPr/>
                    <a:lstStyle/>
                    <a:p>
                      <a:pPr marL="0" marR="0" lvl="0" indent="0" algn="l" rtl="0">
                        <a:lnSpc>
                          <a:spcPct val="90000"/>
                        </a:lnSpc>
                        <a:spcBef>
                          <a:spcPts val="0"/>
                        </a:spcBef>
                        <a:spcAft>
                          <a:spcPts val="0"/>
                        </a:spcAft>
                        <a:buClr>
                          <a:schemeClr val="lt1"/>
                        </a:buClr>
                        <a:buSzPts val="2200"/>
                        <a:buFont typeface="Arial"/>
                        <a:buNone/>
                      </a:pPr>
                      <a:r>
                        <a:rPr lang="en-US" sz="2200" b="1" i="0" u="none" strike="noStrike" cap="none" dirty="0">
                          <a:solidFill>
                            <a:schemeClr val="lt1"/>
                          </a:solidFill>
                          <a:latin typeface="Century Gothic"/>
                          <a:cs typeface="Arial"/>
                          <a:sym typeface="Arial"/>
                        </a:rPr>
                        <a:t>Coding Standard</a:t>
                      </a:r>
                    </a:p>
                  </a:txBody>
                  <a:tcPr/>
                </a:tc>
                <a:extLst>
                  <a:ext uri="{0D108BD9-81ED-4DB2-BD59-A6C34878D82A}">
                    <a16:rowId xmlns:a16="http://schemas.microsoft.com/office/drawing/2014/main" val="1127227183"/>
                  </a:ext>
                </a:extLst>
              </a:tr>
              <a:tr h="391455">
                <a:tc>
                  <a:txBody>
                    <a:bodyPr/>
                    <a:lstStyle/>
                    <a:p>
                      <a:r>
                        <a:rPr lang="en-US" dirty="0">
                          <a:solidFill>
                            <a:schemeClr val="bg1"/>
                          </a:solidFill>
                          <a:latin typeface="Century Gothic" panose="020B0502020202020204" pitchFamily="34" charset="0"/>
                        </a:rPr>
                        <a:t>1</a:t>
                      </a:r>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bg1"/>
                          </a:solidFill>
                          <a:latin typeface="Century Gothic" panose="020B0502020202020204" pitchFamily="34" charset="0"/>
                          <a:cs typeface="Arial"/>
                          <a:sym typeface="Arial"/>
                        </a:rPr>
                        <a:t>Validate Input Data</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STD-008-CPP</a:t>
                      </a:r>
                    </a:p>
                  </a:txBody>
                  <a:tcPr/>
                </a:tc>
                <a:extLst>
                  <a:ext uri="{0D108BD9-81ED-4DB2-BD59-A6C34878D82A}">
                    <a16:rowId xmlns:a16="http://schemas.microsoft.com/office/drawing/2014/main" val="2539426350"/>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2</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Heed Compiler Warnings</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STD-002-CPP, STD-010-CPP</a:t>
                      </a:r>
                    </a:p>
                  </a:txBody>
                  <a:tcPr/>
                </a:tc>
                <a:extLst>
                  <a:ext uri="{0D108BD9-81ED-4DB2-BD59-A6C34878D82A}">
                    <a16:rowId xmlns:a16="http://schemas.microsoft.com/office/drawing/2014/main" val="2076374494"/>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3</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Architect and Design for Security Principles</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STD-009-CPP</a:t>
                      </a:r>
                    </a:p>
                  </a:txBody>
                  <a:tcPr/>
                </a:tc>
                <a:extLst>
                  <a:ext uri="{0D108BD9-81ED-4DB2-BD59-A6C34878D82A}">
                    <a16:rowId xmlns:a16="http://schemas.microsoft.com/office/drawing/2014/main" val="2731065660"/>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4</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Keep It Simple</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STD-001-CPP, STD-006-CPP</a:t>
                      </a:r>
                    </a:p>
                  </a:txBody>
                  <a:tcPr/>
                </a:tc>
                <a:extLst>
                  <a:ext uri="{0D108BD9-81ED-4DB2-BD59-A6C34878D82A}">
                    <a16:rowId xmlns:a16="http://schemas.microsoft.com/office/drawing/2014/main" val="2511510353"/>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5</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Default Deny</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Encryption Policy</a:t>
                      </a:r>
                    </a:p>
                  </a:txBody>
                  <a:tcPr/>
                </a:tc>
                <a:extLst>
                  <a:ext uri="{0D108BD9-81ED-4DB2-BD59-A6C34878D82A}">
                    <a16:rowId xmlns:a16="http://schemas.microsoft.com/office/drawing/2014/main" val="1217802120"/>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6</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Adhere to the Principle of Least Privileges</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Tripe-A Policy</a:t>
                      </a:r>
                    </a:p>
                  </a:txBody>
                  <a:tcPr/>
                </a:tc>
                <a:extLst>
                  <a:ext uri="{0D108BD9-81ED-4DB2-BD59-A6C34878D82A}">
                    <a16:rowId xmlns:a16="http://schemas.microsoft.com/office/drawing/2014/main" val="2240429421"/>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7</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Sanitize Data Sent to Other Systems</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STD-004-CPP</a:t>
                      </a:r>
                    </a:p>
                  </a:txBody>
                  <a:tcPr/>
                </a:tc>
                <a:extLst>
                  <a:ext uri="{0D108BD9-81ED-4DB2-BD59-A6C34878D82A}">
                    <a16:rowId xmlns:a16="http://schemas.microsoft.com/office/drawing/2014/main" val="2857992554"/>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8</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Practice Defense in Depth</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STD-005-CPP</a:t>
                      </a:r>
                    </a:p>
                  </a:txBody>
                  <a:tcPr/>
                </a:tc>
                <a:extLst>
                  <a:ext uri="{0D108BD9-81ED-4DB2-BD59-A6C34878D82A}">
                    <a16:rowId xmlns:a16="http://schemas.microsoft.com/office/drawing/2014/main" val="3179925272"/>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9</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Use Effective Quality Assurance Techniques</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STD-003-CPP</a:t>
                      </a:r>
                    </a:p>
                  </a:txBody>
                  <a:tcPr/>
                </a:tc>
                <a:extLst>
                  <a:ext uri="{0D108BD9-81ED-4DB2-BD59-A6C34878D82A}">
                    <a16:rowId xmlns:a16="http://schemas.microsoft.com/office/drawing/2014/main" val="3653096009"/>
                  </a:ext>
                </a:extLst>
              </a:tr>
              <a:tr h="391455">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10</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Avoid Unchecked Exceptions</a:t>
                      </a:r>
                    </a:p>
                  </a:txBody>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bg1"/>
                          </a:solidFill>
                          <a:latin typeface="Century Gothic" panose="020B0502020202020204" pitchFamily="34" charset="0"/>
                          <a:cs typeface="Arial"/>
                          <a:sym typeface="Arial"/>
                        </a:rPr>
                        <a:t>STD-007-CPP</a:t>
                      </a:r>
                    </a:p>
                  </a:txBody>
                  <a:tcPr/>
                </a:tc>
                <a:extLst>
                  <a:ext uri="{0D108BD9-81ED-4DB2-BD59-A6C34878D82A}">
                    <a16:rowId xmlns:a16="http://schemas.microsoft.com/office/drawing/2014/main" val="2304289074"/>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3337"/>
    </mc:Choice>
    <mc:Fallback xmlns="">
      <p:transition spd="slow" advTm="8333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E7D272D9-6B9B-7027-4915-F0464A49F1FC}"/>
              </a:ext>
            </a:extLst>
          </p:cNvPr>
          <p:cNvGraphicFramePr>
            <a:graphicFrameLocks noGrp="1"/>
          </p:cNvGraphicFramePr>
          <p:nvPr>
            <p:extLst>
              <p:ext uri="{D42A27DB-BD31-4B8C-83A1-F6EECF244321}">
                <p14:modId xmlns:p14="http://schemas.microsoft.com/office/powerpoint/2010/main" val="3196937539"/>
              </p:ext>
            </p:extLst>
          </p:nvPr>
        </p:nvGraphicFramePr>
        <p:xfrm>
          <a:off x="969264" y="2002537"/>
          <a:ext cx="10114810" cy="4288534"/>
        </p:xfrm>
        <a:graphic>
          <a:graphicData uri="http://schemas.openxmlformats.org/drawingml/2006/table">
            <a:tbl>
              <a:tblPr firstRow="1" firstCol="1" bandRow="1">
                <a:tableStyleId>{802198C4-3087-4945-87E3-76CBB3509B7E}</a:tableStyleId>
              </a:tblPr>
              <a:tblGrid>
                <a:gridCol w="1289304">
                  <a:extLst>
                    <a:ext uri="{9D8B030D-6E8A-4147-A177-3AD203B41FA5}">
                      <a16:colId xmlns:a16="http://schemas.microsoft.com/office/drawing/2014/main" val="1375601826"/>
                    </a:ext>
                  </a:extLst>
                </a:gridCol>
                <a:gridCol w="3191256">
                  <a:extLst>
                    <a:ext uri="{9D8B030D-6E8A-4147-A177-3AD203B41FA5}">
                      <a16:colId xmlns:a16="http://schemas.microsoft.com/office/drawing/2014/main" val="1799931233"/>
                    </a:ext>
                  </a:extLst>
                </a:gridCol>
                <a:gridCol w="1051560">
                  <a:extLst>
                    <a:ext uri="{9D8B030D-6E8A-4147-A177-3AD203B41FA5}">
                      <a16:colId xmlns:a16="http://schemas.microsoft.com/office/drawing/2014/main" val="1144725006"/>
                    </a:ext>
                  </a:extLst>
                </a:gridCol>
                <a:gridCol w="1106424">
                  <a:extLst>
                    <a:ext uri="{9D8B030D-6E8A-4147-A177-3AD203B41FA5}">
                      <a16:colId xmlns:a16="http://schemas.microsoft.com/office/drawing/2014/main" val="3860760692"/>
                    </a:ext>
                  </a:extLst>
                </a:gridCol>
                <a:gridCol w="1548598">
                  <a:extLst>
                    <a:ext uri="{9D8B030D-6E8A-4147-A177-3AD203B41FA5}">
                      <a16:colId xmlns:a16="http://schemas.microsoft.com/office/drawing/2014/main" val="556112291"/>
                    </a:ext>
                  </a:extLst>
                </a:gridCol>
                <a:gridCol w="906905">
                  <a:extLst>
                    <a:ext uri="{9D8B030D-6E8A-4147-A177-3AD203B41FA5}">
                      <a16:colId xmlns:a16="http://schemas.microsoft.com/office/drawing/2014/main" val="3091003345"/>
                    </a:ext>
                  </a:extLst>
                </a:gridCol>
                <a:gridCol w="1020763">
                  <a:extLst>
                    <a:ext uri="{9D8B030D-6E8A-4147-A177-3AD203B41FA5}">
                      <a16:colId xmlns:a16="http://schemas.microsoft.com/office/drawing/2014/main" val="3365244755"/>
                    </a:ext>
                  </a:extLst>
                </a:gridCol>
              </a:tblGrid>
              <a:tr h="436194">
                <a:tc>
                  <a:txBody>
                    <a:bodyPr/>
                    <a:lstStyle/>
                    <a:p>
                      <a:pPr marL="0" marR="0" algn="ctr">
                        <a:buNone/>
                      </a:pPr>
                      <a:r>
                        <a:rPr lang="en-US" sz="1200" b="1" dirty="0">
                          <a:solidFill>
                            <a:schemeClr val="bg1"/>
                          </a:solidFill>
                          <a:effectLst/>
                          <a:latin typeface="Century Gothic" panose="020B0502020202020204" pitchFamily="34" charset="0"/>
                        </a:rPr>
                        <a:t>Rule</a:t>
                      </a:r>
                      <a:endParaRPr lang="en-US" sz="1200" b="1" dirty="0">
                        <a:solidFill>
                          <a:schemeClr val="bg1"/>
                        </a:solidFill>
                        <a:effectLst/>
                        <a:latin typeface="Century Gothic" panose="020B0502020202020204" pitchFamily="34" charset="0"/>
                        <a:ea typeface="Calibri" panose="020F0502020204030204" pitchFamily="34" charset="0"/>
                      </a:endParaRPr>
                    </a:p>
                  </a:txBody>
                  <a:tcPr marL="68580" marR="68580" marT="0" marB="0" anchor="ctr"/>
                </a:tc>
                <a:tc>
                  <a:txBody>
                    <a:bodyPr/>
                    <a:lstStyle/>
                    <a:p>
                      <a:pPr marL="0" marR="0" algn="ctr">
                        <a:buNone/>
                      </a:pPr>
                      <a:r>
                        <a:rPr lang="en-US" sz="1200" b="1" dirty="0">
                          <a:solidFill>
                            <a:schemeClr val="bg1"/>
                          </a:solidFill>
                          <a:effectLst/>
                          <a:latin typeface="Century Gothic" panose="020B0502020202020204" pitchFamily="34" charset="0"/>
                          <a:ea typeface="Calibri" panose="020F0502020204030204" pitchFamily="34" charset="0"/>
                        </a:rPr>
                        <a:t>Name</a:t>
                      </a:r>
                    </a:p>
                  </a:txBody>
                  <a:tcPr marL="68580" marR="68580" marT="0" marB="0" anchor="ctr"/>
                </a:tc>
                <a:tc>
                  <a:txBody>
                    <a:bodyPr/>
                    <a:lstStyle/>
                    <a:p>
                      <a:pPr marL="0" marR="0" algn="ctr">
                        <a:buNone/>
                      </a:pPr>
                      <a:r>
                        <a:rPr lang="en-US" sz="1200" b="1" dirty="0">
                          <a:solidFill>
                            <a:schemeClr val="bg1"/>
                          </a:solidFill>
                          <a:effectLst/>
                          <a:latin typeface="Century Gothic" panose="020B0502020202020204" pitchFamily="34" charset="0"/>
                        </a:rPr>
                        <a:t>Severity</a:t>
                      </a:r>
                      <a:endParaRPr lang="en-US" sz="1200" b="1" dirty="0">
                        <a:solidFill>
                          <a:schemeClr val="bg1"/>
                        </a:solidFill>
                        <a:effectLst/>
                        <a:latin typeface="Century Gothic" panose="020B0502020202020204" pitchFamily="34" charset="0"/>
                        <a:ea typeface="Calibri" panose="020F0502020204030204" pitchFamily="34" charset="0"/>
                      </a:endParaRPr>
                    </a:p>
                  </a:txBody>
                  <a:tcPr marL="68580" marR="68580" marT="0" marB="0" anchor="ctr"/>
                </a:tc>
                <a:tc>
                  <a:txBody>
                    <a:bodyPr/>
                    <a:lstStyle/>
                    <a:p>
                      <a:pPr marL="0" marR="0" algn="ctr">
                        <a:buNone/>
                      </a:pPr>
                      <a:r>
                        <a:rPr lang="en-US" sz="1200" b="1" dirty="0">
                          <a:solidFill>
                            <a:schemeClr val="bg1"/>
                          </a:solidFill>
                          <a:effectLst/>
                          <a:latin typeface="Century Gothic" panose="020B0502020202020204" pitchFamily="34" charset="0"/>
                        </a:rPr>
                        <a:t>Likelihood</a:t>
                      </a:r>
                      <a:endParaRPr lang="en-US" sz="1200" b="1" dirty="0">
                        <a:solidFill>
                          <a:schemeClr val="bg1"/>
                        </a:solidFill>
                        <a:effectLst/>
                        <a:latin typeface="Century Gothic" panose="020B0502020202020204" pitchFamily="34" charset="0"/>
                        <a:ea typeface="Calibri" panose="020F0502020204030204" pitchFamily="34" charset="0"/>
                      </a:endParaRPr>
                    </a:p>
                  </a:txBody>
                  <a:tcPr marL="68580" marR="68580" marT="0" marB="0" anchor="ctr"/>
                </a:tc>
                <a:tc>
                  <a:txBody>
                    <a:bodyPr/>
                    <a:lstStyle/>
                    <a:p>
                      <a:pPr marL="0" marR="0" algn="ctr">
                        <a:buNone/>
                      </a:pPr>
                      <a:r>
                        <a:rPr lang="en-US" sz="1200" b="1" dirty="0">
                          <a:solidFill>
                            <a:schemeClr val="bg1"/>
                          </a:solidFill>
                          <a:effectLst/>
                          <a:latin typeface="Century Gothic" panose="020B0502020202020204" pitchFamily="34" charset="0"/>
                        </a:rPr>
                        <a:t>Remediation Cost</a:t>
                      </a:r>
                      <a:endParaRPr lang="en-US" sz="1200" b="1" dirty="0">
                        <a:solidFill>
                          <a:schemeClr val="bg1"/>
                        </a:solidFill>
                        <a:effectLst/>
                        <a:latin typeface="Century Gothic" panose="020B0502020202020204" pitchFamily="34" charset="0"/>
                        <a:ea typeface="Calibri" panose="020F0502020204030204" pitchFamily="34" charset="0"/>
                      </a:endParaRPr>
                    </a:p>
                  </a:txBody>
                  <a:tcPr marL="68580" marR="68580" marT="0" marB="0" anchor="ctr"/>
                </a:tc>
                <a:tc>
                  <a:txBody>
                    <a:bodyPr/>
                    <a:lstStyle/>
                    <a:p>
                      <a:pPr marL="0" marR="0" algn="ctr">
                        <a:buNone/>
                      </a:pPr>
                      <a:r>
                        <a:rPr lang="en-US" sz="1200" b="1" dirty="0">
                          <a:solidFill>
                            <a:schemeClr val="bg1"/>
                          </a:solidFill>
                          <a:effectLst/>
                          <a:latin typeface="Century Gothic" panose="020B0502020202020204" pitchFamily="34" charset="0"/>
                        </a:rPr>
                        <a:t>Priority</a:t>
                      </a:r>
                      <a:endParaRPr lang="en-US" sz="1200" b="1" dirty="0">
                        <a:solidFill>
                          <a:schemeClr val="bg1"/>
                        </a:solidFill>
                        <a:effectLst/>
                        <a:latin typeface="Century Gothic" panose="020B0502020202020204" pitchFamily="34" charset="0"/>
                        <a:ea typeface="Calibri" panose="020F0502020204030204" pitchFamily="34" charset="0"/>
                      </a:endParaRPr>
                    </a:p>
                  </a:txBody>
                  <a:tcPr marL="68580" marR="68580" marT="0" marB="0" anchor="ctr"/>
                </a:tc>
                <a:tc>
                  <a:txBody>
                    <a:bodyPr/>
                    <a:lstStyle/>
                    <a:p>
                      <a:pPr marL="0" marR="0" algn="ctr">
                        <a:buNone/>
                      </a:pPr>
                      <a:r>
                        <a:rPr lang="en-US" sz="1200" b="1" dirty="0">
                          <a:solidFill>
                            <a:schemeClr val="bg1"/>
                          </a:solidFill>
                          <a:effectLst/>
                          <a:latin typeface="Century Gothic" panose="020B0502020202020204" pitchFamily="34" charset="0"/>
                        </a:rPr>
                        <a:t>Level</a:t>
                      </a:r>
                      <a:endParaRPr lang="en-US" sz="1200" b="1" dirty="0">
                        <a:solidFill>
                          <a:schemeClr val="bg1"/>
                        </a:solidFill>
                        <a:effectLst/>
                        <a:latin typeface="Century Gothic" panose="020B050202020202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767133449"/>
                  </a:ext>
                </a:extLst>
              </a:tr>
              <a:tr h="385234">
                <a:tc>
                  <a:txBody>
                    <a:bodyPr/>
                    <a:lstStyle/>
                    <a:p>
                      <a:pPr marL="0" marR="0" algn="ctr">
                        <a:buNone/>
                      </a:pPr>
                      <a:r>
                        <a:rPr lang="en-US" sz="1200" dirty="0">
                          <a:solidFill>
                            <a:schemeClr val="bg1"/>
                          </a:solidFill>
                          <a:effectLst/>
                          <a:latin typeface="Century Gothic" panose="020B0502020202020204" pitchFamily="34" charset="0"/>
                        </a:rPr>
                        <a:t>STD-001-CPP</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Obey the one definition rule</a:t>
                      </a:r>
                    </a:p>
                  </a:txBody>
                  <a:tcPr marL="68580" marR="68580" marT="0" marB="0" anchor="ctr"/>
                </a:tc>
                <a:tc>
                  <a:txBody>
                    <a:bodyPr/>
                    <a:lstStyle/>
                    <a:p>
                      <a:pPr marL="0" marR="0" algn="ctr">
                        <a:buNone/>
                      </a:pPr>
                      <a:r>
                        <a:rPr lang="en-US" sz="1200" dirty="0">
                          <a:solidFill>
                            <a:schemeClr val="bg1"/>
                          </a:solidFill>
                          <a:effectLst/>
                          <a:latin typeface="Century Gothic" panose="020B0502020202020204" pitchFamily="34" charset="0"/>
                        </a:rPr>
                        <a:t>High</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Unlikely</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2</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3753002752"/>
                  </a:ext>
                </a:extLst>
              </a:tr>
              <a:tr h="385234">
                <a:tc>
                  <a:txBody>
                    <a:bodyPr/>
                    <a:lstStyle/>
                    <a:p>
                      <a:pPr marL="0" marR="0" algn="ctr">
                        <a:buNone/>
                      </a:pPr>
                      <a:r>
                        <a:rPr lang="en-US" sz="1200">
                          <a:solidFill>
                            <a:schemeClr val="bg1"/>
                          </a:solidFill>
                          <a:effectLst/>
                          <a:latin typeface="Century Gothic" panose="020B0502020202020204" pitchFamily="34" charset="0"/>
                        </a:rPr>
                        <a:t>STD-002-CPP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Do not read uninitialized memory</a:t>
                      </a:r>
                    </a:p>
                  </a:txBody>
                  <a:tcPr marL="68580" marR="68580" marT="0" marB="0" anchor="ctr"/>
                </a:tc>
                <a:tc>
                  <a:txBody>
                    <a:bodyPr/>
                    <a:lstStyle/>
                    <a:p>
                      <a:pPr marL="0" marR="0" algn="ctr">
                        <a:buNone/>
                      </a:pPr>
                      <a:r>
                        <a:rPr lang="en-US" sz="1200" dirty="0">
                          <a:solidFill>
                            <a:schemeClr val="bg1"/>
                          </a:solidFill>
                          <a:effectLst/>
                          <a:latin typeface="Century Gothic" panose="020B0502020202020204" pitchFamily="34" charset="0"/>
                        </a:rPr>
                        <a:t>High</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Probable</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5</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3836834988"/>
                  </a:ext>
                </a:extLst>
              </a:tr>
              <a:tr h="385234">
                <a:tc>
                  <a:txBody>
                    <a:bodyPr/>
                    <a:lstStyle/>
                    <a:p>
                      <a:pPr marL="0" marR="0" algn="ctr">
                        <a:buNone/>
                      </a:pPr>
                      <a:r>
                        <a:rPr lang="en-US" sz="1200">
                          <a:solidFill>
                            <a:schemeClr val="bg1"/>
                          </a:solidFill>
                          <a:effectLst/>
                          <a:latin typeface="Century Gothic" panose="020B0502020202020204" pitchFamily="34" charset="0"/>
                        </a:rPr>
                        <a:t>STD-003-CPP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Use valid references, pointers, and iterators to reference elements of a </a:t>
                      </a:r>
                      <a:r>
                        <a:rPr lang="en-US" sz="1000" dirty="0" err="1">
                          <a:solidFill>
                            <a:schemeClr val="bg1"/>
                          </a:solidFill>
                          <a:effectLst/>
                          <a:latin typeface="Century Gothic" panose="020B0502020202020204" pitchFamily="34" charset="0"/>
                          <a:ea typeface="Calibri" panose="020F0502020204030204" pitchFamily="34" charset="0"/>
                        </a:rPr>
                        <a:t>basic_string</a:t>
                      </a:r>
                      <a:endParaRPr lang="en-US" sz="1000" dirty="0">
                        <a:solidFill>
                          <a:schemeClr val="bg1"/>
                        </a:solidFill>
                        <a:effectLst/>
                        <a:latin typeface="Century Gothic" panose="020B0502020202020204" pitchFamily="34" charset="0"/>
                        <a:ea typeface="Calibri" panose="020F0502020204030204" pitchFamily="34" charset="0"/>
                      </a:endParaRP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Probable</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Medium</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3</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4234947561"/>
                  </a:ext>
                </a:extLst>
              </a:tr>
              <a:tr h="385234">
                <a:tc>
                  <a:txBody>
                    <a:bodyPr/>
                    <a:lstStyle/>
                    <a:p>
                      <a:pPr marL="0" marR="0" algn="ctr">
                        <a:buNone/>
                      </a:pPr>
                      <a:r>
                        <a:rPr lang="en-US" sz="1200">
                          <a:solidFill>
                            <a:schemeClr val="bg1"/>
                          </a:solidFill>
                          <a:effectLst/>
                          <a:latin typeface="Century Gothic" panose="020B0502020202020204" pitchFamily="34" charset="0"/>
                        </a:rPr>
                        <a:t>STD-004-CPP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Do not construct SQL queries using </a:t>
                      </a:r>
                      <a:r>
                        <a:rPr lang="en-US" sz="1000" dirty="0" err="1">
                          <a:solidFill>
                            <a:schemeClr val="bg1"/>
                          </a:solidFill>
                          <a:effectLst/>
                          <a:latin typeface="Century Gothic" panose="020B0502020202020204" pitchFamily="34" charset="0"/>
                          <a:ea typeface="Calibri" panose="020F0502020204030204" pitchFamily="34" charset="0"/>
                        </a:rPr>
                        <a:t>unsanitized</a:t>
                      </a:r>
                      <a:r>
                        <a:rPr lang="en-US" sz="1000" dirty="0">
                          <a:solidFill>
                            <a:schemeClr val="bg1"/>
                          </a:solidFill>
                          <a:effectLst/>
                          <a:latin typeface="Century Gothic" panose="020B0502020202020204" pitchFamily="34" charset="0"/>
                          <a:ea typeface="Calibri" panose="020F0502020204030204" pitchFamily="34" charset="0"/>
                        </a:rPr>
                        <a:t>/untrusted input</a:t>
                      </a: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Likely</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Low</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5</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1559569740"/>
                  </a:ext>
                </a:extLst>
              </a:tr>
              <a:tr h="385234">
                <a:tc>
                  <a:txBody>
                    <a:bodyPr/>
                    <a:lstStyle/>
                    <a:p>
                      <a:pPr marL="0" marR="0" algn="ctr">
                        <a:buNone/>
                      </a:pPr>
                      <a:r>
                        <a:rPr lang="en-US" sz="1200">
                          <a:solidFill>
                            <a:schemeClr val="bg1"/>
                          </a:solidFill>
                          <a:effectLst/>
                          <a:latin typeface="Century Gothic" panose="020B0502020202020204" pitchFamily="34" charset="0"/>
                        </a:rPr>
                        <a:t>STD-005-CPP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Do not use freed memory</a:t>
                      </a: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Likely</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4</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417217829"/>
                  </a:ext>
                </a:extLst>
              </a:tr>
              <a:tr h="385234">
                <a:tc>
                  <a:txBody>
                    <a:bodyPr/>
                    <a:lstStyle/>
                    <a:p>
                      <a:pPr marL="0" marR="0" algn="ctr">
                        <a:buNone/>
                      </a:pPr>
                      <a:r>
                        <a:rPr lang="en-US" sz="1200">
                          <a:solidFill>
                            <a:schemeClr val="bg1"/>
                          </a:solidFill>
                          <a:effectLst/>
                          <a:latin typeface="Century Gothic" panose="020B0502020202020204" pitchFamily="34" charset="0"/>
                        </a:rPr>
                        <a:t>STD-006-CPP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Avoid side effects in arguments to unsafe macros</a:t>
                      </a: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Low</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Unlikely</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Low</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1</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728771538"/>
                  </a:ext>
                </a:extLst>
              </a:tr>
              <a:tr h="385234">
                <a:tc>
                  <a:txBody>
                    <a:bodyPr/>
                    <a:lstStyle/>
                    <a:p>
                      <a:pPr marL="0" marR="0" algn="ctr">
                        <a:buNone/>
                      </a:pPr>
                      <a:r>
                        <a:rPr lang="en-US" sz="1200">
                          <a:solidFill>
                            <a:schemeClr val="bg1"/>
                          </a:solidFill>
                          <a:effectLst/>
                          <a:latin typeface="Century Gothic" panose="020B0502020202020204" pitchFamily="34" charset="0"/>
                        </a:rPr>
                        <a:t>STD-007-CPP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Handle all exceptions</a:t>
                      </a: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Low</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Probable</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Medium</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3</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2960943053"/>
                  </a:ext>
                </a:extLst>
              </a:tr>
              <a:tr h="385234">
                <a:tc>
                  <a:txBody>
                    <a:bodyPr/>
                    <a:lstStyle/>
                    <a:p>
                      <a:pPr marL="0" marR="0" algn="ctr">
                        <a:buNone/>
                      </a:pPr>
                      <a:r>
                        <a:rPr lang="en-US" sz="1200">
                          <a:solidFill>
                            <a:schemeClr val="bg1"/>
                          </a:solidFill>
                          <a:effectLst/>
                          <a:latin typeface="Century Gothic" panose="020B0502020202020204" pitchFamily="34" charset="0"/>
                        </a:rPr>
                        <a:t>STD-008-CPP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Do not cast an out-of-range enumeration value</a:t>
                      </a: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Unlikely</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Medium</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3</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2718169548"/>
                  </a:ext>
                </a:extLst>
              </a:tr>
              <a:tr h="385234">
                <a:tc>
                  <a:txBody>
                    <a:bodyPr/>
                    <a:lstStyle/>
                    <a:p>
                      <a:pPr marL="0" marR="0" algn="ctr">
                        <a:buNone/>
                      </a:pPr>
                      <a:r>
                        <a:rPr lang="en-US" sz="1200">
                          <a:solidFill>
                            <a:schemeClr val="bg1"/>
                          </a:solidFill>
                          <a:effectLst/>
                          <a:latin typeface="Century Gothic" panose="020B0502020202020204" pitchFamily="34" charset="0"/>
                        </a:rPr>
                        <a:t>STD-009-CPP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Close files when they are no longer needed</a:t>
                      </a: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Unlikely</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Medium</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4</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3534104865"/>
                  </a:ext>
                </a:extLst>
              </a:tr>
              <a:tr h="385234">
                <a:tc>
                  <a:txBody>
                    <a:bodyPr/>
                    <a:lstStyle/>
                    <a:p>
                      <a:pPr marL="0" marR="0" algn="ctr">
                        <a:buNone/>
                      </a:pPr>
                      <a:r>
                        <a:rPr lang="en-US" sz="1200">
                          <a:solidFill>
                            <a:schemeClr val="bg1"/>
                          </a:solidFill>
                          <a:effectLst/>
                          <a:latin typeface="Century Gothic" panose="020B0502020202020204" pitchFamily="34" charset="0"/>
                        </a:rPr>
                        <a:t>STD-010-CPP</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l">
                        <a:buNone/>
                      </a:pPr>
                      <a:r>
                        <a:rPr lang="en-US" sz="1000" dirty="0">
                          <a:solidFill>
                            <a:schemeClr val="bg1"/>
                          </a:solidFill>
                          <a:effectLst/>
                          <a:latin typeface="Century Gothic" panose="020B0502020202020204" pitchFamily="34" charset="0"/>
                          <a:ea typeface="Calibri" panose="020F0502020204030204" pitchFamily="34" charset="0"/>
                        </a:rPr>
                        <a:t>Value returning functions must return a value from all exit paths</a:t>
                      </a:r>
                    </a:p>
                  </a:txBody>
                  <a:tcPr marL="68580" marR="68580" marT="0" marB="0" anchor="ctr"/>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Probable</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High</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a:solidFill>
                            <a:schemeClr val="bg1"/>
                          </a:solidFill>
                          <a:effectLst/>
                          <a:latin typeface="Century Gothic" panose="020B0502020202020204" pitchFamily="34" charset="0"/>
                        </a:rPr>
                        <a:t>Medium</a:t>
                      </a:r>
                      <a:endParaRPr lang="en-US" sz="1200">
                        <a:solidFill>
                          <a:schemeClr val="bg1"/>
                        </a:solidFill>
                        <a:effectLst/>
                        <a:latin typeface="Century Gothic" panose="020B0502020202020204" pitchFamily="34" charset="0"/>
                        <a:ea typeface="Calibri" panose="020F0502020204030204" pitchFamily="34" charset="0"/>
                      </a:endParaRPr>
                    </a:p>
                  </a:txBody>
                  <a:tcPr marL="68580" marR="68580" marT="0" marB="0" anchor="b"/>
                </a:tc>
                <a:tc>
                  <a:txBody>
                    <a:bodyPr/>
                    <a:lstStyle/>
                    <a:p>
                      <a:pPr marL="0" marR="0" algn="ctr">
                        <a:buNone/>
                      </a:pPr>
                      <a:r>
                        <a:rPr lang="en-US" sz="1200" dirty="0">
                          <a:solidFill>
                            <a:schemeClr val="bg1"/>
                          </a:solidFill>
                          <a:effectLst/>
                          <a:latin typeface="Century Gothic" panose="020B0502020202020204" pitchFamily="34" charset="0"/>
                        </a:rPr>
                        <a:t>4</a:t>
                      </a:r>
                      <a:endParaRPr lang="en-US" sz="1200" dirty="0">
                        <a:solidFill>
                          <a:schemeClr val="bg1"/>
                        </a:solidFill>
                        <a:effectLst/>
                        <a:latin typeface="Century Gothic" panose="020B0502020202020204" pitchFamily="34" charset="0"/>
                        <a:ea typeface="Calibri" panose="020F0502020204030204" pitchFamily="34" charset="0"/>
                      </a:endParaRPr>
                    </a:p>
                  </a:txBody>
                  <a:tcPr marL="68580" marR="68580" marT="0" marB="0" anchor="b"/>
                </a:tc>
                <a:extLst>
                  <a:ext uri="{0D108BD9-81ED-4DB2-BD59-A6C34878D82A}">
                    <a16:rowId xmlns:a16="http://schemas.microsoft.com/office/drawing/2014/main" val="3569944308"/>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703"/>
    </mc:Choice>
    <mc:Fallback xmlns="">
      <p:transition spd="slow" advTm="6070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1813302"/>
            <a:ext cx="10820400" cy="4405383"/>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200000"/>
              </a:lnSpc>
              <a:spcBef>
                <a:spcPts val="0"/>
              </a:spcBef>
              <a:spcAft>
                <a:spcPts val="0"/>
              </a:spcAft>
              <a:buClr>
                <a:schemeClr val="lt1"/>
              </a:buClr>
              <a:buSzPts val="2000"/>
              <a:buChar char="•"/>
            </a:pPr>
            <a:r>
              <a:rPr lang="en-US" sz="2000" b="1" dirty="0"/>
              <a:t>Encryption at Rest </a:t>
            </a:r>
            <a:r>
              <a:rPr lang="en-US" sz="2000" dirty="0"/>
              <a:t>protects stored data</a:t>
            </a:r>
          </a:p>
          <a:p>
            <a:pPr marL="685800" lvl="1" indent="-228600">
              <a:lnSpc>
                <a:spcPct val="200000"/>
              </a:lnSpc>
              <a:spcBef>
                <a:spcPts val="0"/>
              </a:spcBef>
              <a:buSzPts val="2000"/>
            </a:pPr>
            <a:r>
              <a:rPr lang="en-US" sz="1800" dirty="0"/>
              <a:t>Vulnerabilities: Hard drives, computers, on-premise and cloud databases and assets, etc.</a:t>
            </a:r>
          </a:p>
          <a:p>
            <a:pPr marL="685800" lvl="1" indent="-228600">
              <a:lnSpc>
                <a:spcPct val="200000"/>
              </a:lnSpc>
              <a:spcBef>
                <a:spcPts val="0"/>
              </a:spcBef>
              <a:buSzPts val="2000"/>
            </a:pPr>
            <a:r>
              <a:rPr lang="en-US" sz="1800" dirty="0"/>
              <a:t>Policy: Use AES-256 to convert plaintext to ciphertext, readable only with a 256-bit symmetric key</a:t>
            </a:r>
          </a:p>
          <a:p>
            <a:pPr marL="228600" lvl="0" indent="-228600" algn="l" rtl="0">
              <a:lnSpc>
                <a:spcPct val="200000"/>
              </a:lnSpc>
              <a:spcBef>
                <a:spcPts val="0"/>
              </a:spcBef>
              <a:spcAft>
                <a:spcPts val="0"/>
              </a:spcAft>
              <a:buClr>
                <a:schemeClr val="lt1"/>
              </a:buClr>
              <a:buSzPts val="2000"/>
              <a:buChar char="•"/>
            </a:pPr>
            <a:r>
              <a:rPr lang="en-US" sz="2000" b="1" dirty="0"/>
              <a:t>Encryption in Flight </a:t>
            </a:r>
            <a:r>
              <a:rPr lang="en-US" sz="2000" dirty="0"/>
              <a:t>protects data in transit</a:t>
            </a:r>
          </a:p>
          <a:p>
            <a:pPr marL="685800" lvl="1" indent="-228600">
              <a:lnSpc>
                <a:spcPct val="200000"/>
              </a:lnSpc>
              <a:spcBef>
                <a:spcPts val="0"/>
              </a:spcBef>
              <a:buSzPts val="2000"/>
            </a:pPr>
            <a:r>
              <a:rPr lang="en-US" sz="1800" dirty="0"/>
              <a:t>Vulnerabilities: Data traveling across networks between systems, users or services</a:t>
            </a:r>
          </a:p>
          <a:p>
            <a:pPr marL="685800" lvl="1" indent="-228600">
              <a:lnSpc>
                <a:spcPct val="200000"/>
              </a:lnSpc>
              <a:spcBef>
                <a:spcPts val="0"/>
              </a:spcBef>
              <a:buSzPts val="2000"/>
            </a:pPr>
            <a:r>
              <a:rPr lang="en-US" sz="1800" dirty="0"/>
              <a:t>Policy: Use TLS (Transport Layer Security) to establish encrypted tunnels between client and server</a:t>
            </a:r>
          </a:p>
          <a:p>
            <a:pPr marL="228600" lvl="0" indent="-228600" algn="l" rtl="0">
              <a:lnSpc>
                <a:spcPct val="200000"/>
              </a:lnSpc>
              <a:spcBef>
                <a:spcPts val="0"/>
              </a:spcBef>
              <a:spcAft>
                <a:spcPts val="0"/>
              </a:spcAft>
              <a:buClr>
                <a:schemeClr val="lt1"/>
              </a:buClr>
              <a:buSzPts val="2000"/>
              <a:buChar char="•"/>
            </a:pPr>
            <a:r>
              <a:rPr lang="en-US" sz="2000" b="1" dirty="0"/>
              <a:t>Encryption in Use </a:t>
            </a:r>
            <a:r>
              <a:rPr lang="en-US" sz="2000" dirty="0"/>
              <a:t>protects data in use during active processing </a:t>
            </a:r>
          </a:p>
          <a:p>
            <a:pPr marL="685800" lvl="1" indent="-228600">
              <a:lnSpc>
                <a:spcPct val="200000"/>
              </a:lnSpc>
              <a:spcBef>
                <a:spcPts val="0"/>
              </a:spcBef>
              <a:buSzPts val="2000"/>
            </a:pPr>
            <a:r>
              <a:rPr lang="en-US" sz="1800" dirty="0"/>
              <a:t>Vulnerabilities: Data that a system, user, or service, is actively reading, modifying, or computing</a:t>
            </a:r>
          </a:p>
          <a:p>
            <a:pPr marL="685800" lvl="1" indent="-228600">
              <a:lnSpc>
                <a:spcPct val="200000"/>
              </a:lnSpc>
              <a:spcBef>
                <a:spcPts val="0"/>
              </a:spcBef>
              <a:buSzPts val="2000"/>
            </a:pPr>
            <a:r>
              <a:rPr lang="en-US" sz="1800" dirty="0"/>
              <a:t>Policy: Protect workloads with TEE, FHE, or MPC technologies</a:t>
            </a:r>
            <a:endParaRPr sz="18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939"/>
    </mc:Choice>
    <mc:Fallback xmlns="">
      <p:transition spd="slow" advTm="5993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62500" lnSpcReduction="20000"/>
          </a:bodyPr>
          <a:lstStyle/>
          <a:p>
            <a:pPr marL="228600" lvl="0" indent="-228600" algn="l" rtl="0">
              <a:lnSpc>
                <a:spcPct val="220000"/>
              </a:lnSpc>
              <a:spcBef>
                <a:spcPts val="0"/>
              </a:spcBef>
              <a:spcAft>
                <a:spcPts val="0"/>
              </a:spcAft>
              <a:buClr>
                <a:schemeClr val="lt1"/>
              </a:buClr>
              <a:buSzPts val="2400"/>
              <a:buChar char="•"/>
            </a:pPr>
            <a:r>
              <a:rPr lang="en-US" sz="2400" b="1" dirty="0"/>
              <a:t>Authentication</a:t>
            </a:r>
            <a:r>
              <a:rPr lang="en-US" sz="2400" dirty="0"/>
              <a:t>: the process of verifying credentials of a user, system, or entity. User login should require the system to check credentials inputted before granting access.</a:t>
            </a:r>
          </a:p>
          <a:p>
            <a:pPr marL="685800" lvl="1" indent="-228600">
              <a:lnSpc>
                <a:spcPct val="220000"/>
              </a:lnSpc>
              <a:spcBef>
                <a:spcPts val="0"/>
              </a:spcBef>
              <a:buSzPts val="2400"/>
            </a:pPr>
            <a:r>
              <a:rPr lang="en-US" dirty="0"/>
              <a:t>Passwords, hardware keys, multi-factor authentication (MFA), or biometric (fingerprint, face recognition) data</a:t>
            </a:r>
          </a:p>
          <a:p>
            <a:pPr marL="228600" indent="-228600">
              <a:lnSpc>
                <a:spcPct val="220000"/>
              </a:lnSpc>
              <a:spcBef>
                <a:spcPts val="0"/>
              </a:spcBef>
              <a:buSzPts val="2400"/>
            </a:pPr>
            <a:r>
              <a:rPr lang="en-US" sz="2400" b="1" dirty="0"/>
              <a:t>Authorization</a:t>
            </a:r>
            <a:r>
              <a:rPr lang="en-US" sz="2400" dirty="0"/>
              <a:t>: the process of determining what an authorized user can do and what information can be accessed based on roles and permissions</a:t>
            </a:r>
          </a:p>
          <a:p>
            <a:pPr marL="685800" lvl="1" indent="-228600">
              <a:lnSpc>
                <a:spcPct val="220000"/>
              </a:lnSpc>
              <a:spcBef>
                <a:spcPts val="0"/>
              </a:spcBef>
              <a:buSzPts val="2400"/>
            </a:pPr>
            <a:r>
              <a:rPr lang="en-US" dirty="0"/>
              <a:t>Least privileges principle (Principle #6), role-based access controls (Principle #5), access control management</a:t>
            </a:r>
          </a:p>
          <a:p>
            <a:pPr marL="228600" indent="-228600">
              <a:lnSpc>
                <a:spcPct val="220000"/>
              </a:lnSpc>
              <a:spcBef>
                <a:spcPts val="0"/>
              </a:spcBef>
              <a:buSzPts val="2400"/>
            </a:pPr>
            <a:r>
              <a:rPr lang="en-US" sz="2400" b="1" dirty="0"/>
              <a:t>Accounting</a:t>
            </a:r>
            <a:r>
              <a:rPr lang="en-US" sz="2400" dirty="0"/>
              <a:t>: the tracking of user activities within a system</a:t>
            </a:r>
          </a:p>
          <a:p>
            <a:pPr marL="685800" lvl="1" indent="-228600">
              <a:lnSpc>
                <a:spcPct val="220000"/>
              </a:lnSpc>
              <a:spcBef>
                <a:spcPts val="0"/>
              </a:spcBef>
              <a:buSzPts val="2400"/>
            </a:pPr>
            <a:r>
              <a:rPr lang="en-US" dirty="0"/>
              <a:t>Log files, session tracking, usage audits tracking details such as user login, data transfers, user privilege changes, etc.</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704"/>
    </mc:Choice>
    <mc:Fallback xmlns="">
      <p:transition spd="slow" advTm="6470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342900"/>
            <a:r>
              <a:rPr lang="en-US" dirty="0"/>
              <a:t>The process of testing the smallest functional unit of code.</a:t>
            </a:r>
          </a:p>
          <a:p>
            <a:pPr marL="342900"/>
            <a:r>
              <a:rPr lang="en-US" dirty="0"/>
              <a:t>Unit tests created with Google Test (</a:t>
            </a:r>
            <a:r>
              <a:rPr lang="en-US" dirty="0" err="1"/>
              <a:t>GTest</a:t>
            </a:r>
            <a:r>
              <a:rPr lang="en-US" dirty="0"/>
              <a:t>, </a:t>
            </a:r>
            <a:r>
              <a:rPr lang="en-US" dirty="0">
                <a:hlinkClick r:id="rId4"/>
              </a:rPr>
              <a:t>https://github.com/google/googletest</a:t>
            </a:r>
            <a:r>
              <a:rPr lang="en-US" dirty="0"/>
              <a:t>)</a:t>
            </a:r>
          </a:p>
          <a:p>
            <a:pPr marL="342900"/>
            <a:endParaRPr lang="en-US" dirty="0"/>
          </a:p>
        </p:txBody>
      </p:sp>
      <p:pic>
        <p:nvPicPr>
          <p:cNvPr id="197" name="Google Shape;197;g9504e29505_0_0"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869"/>
    </mc:Choice>
    <mc:Fallback xmlns="">
      <p:transition spd="slow" advTm="3086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F8B0074-D268-42B8-D57B-46DCA4C1D4C3}"/>
              </a:ext>
            </a:extLst>
          </p:cNvPr>
          <p:cNvSpPr>
            <a:spLocks noGrp="1"/>
          </p:cNvSpPr>
          <p:nvPr>
            <p:ph type="title"/>
          </p:nvPr>
        </p:nvSpPr>
        <p:spPr/>
        <p:txBody>
          <a:bodyPr/>
          <a:lstStyle/>
          <a:p>
            <a:r>
              <a:rPr lang="en-US" dirty="0" err="1"/>
              <a:t>CanRemoveTheLastEntry</a:t>
            </a:r>
            <a:endParaRPr lang="en-US" dirty="0"/>
          </a:p>
        </p:txBody>
      </p:sp>
      <p:sp>
        <p:nvSpPr>
          <p:cNvPr id="9" name="Text Placeholder 8">
            <a:extLst>
              <a:ext uri="{FF2B5EF4-FFF2-40B4-BE49-F238E27FC236}">
                <a16:creationId xmlns:a16="http://schemas.microsoft.com/office/drawing/2014/main" id="{FF05B889-49EC-8B4B-15EE-9D8A532D8014}"/>
              </a:ext>
            </a:extLst>
          </p:cNvPr>
          <p:cNvSpPr>
            <a:spLocks noGrp="1"/>
          </p:cNvSpPr>
          <p:nvPr>
            <p:ph type="body" idx="1"/>
          </p:nvPr>
        </p:nvSpPr>
        <p:spPr>
          <a:xfrm>
            <a:off x="685800" y="2194559"/>
            <a:ext cx="10820400" cy="640081"/>
          </a:xfrm>
        </p:spPr>
        <p:txBody>
          <a:bodyPr/>
          <a:lstStyle/>
          <a:p>
            <a:r>
              <a:rPr lang="en-US" dirty="0"/>
              <a:t>Test to verify that a valid range shrinks correctly (STD-003-CPP)</a:t>
            </a:r>
          </a:p>
        </p:txBody>
      </p:sp>
      <p:sp>
        <p:nvSpPr>
          <p:cNvPr id="10" name="Text Placeholder 9">
            <a:extLst>
              <a:ext uri="{FF2B5EF4-FFF2-40B4-BE49-F238E27FC236}">
                <a16:creationId xmlns:a16="http://schemas.microsoft.com/office/drawing/2014/main" id="{41C46533-58F0-5C9B-08BE-C9C673479C31}"/>
              </a:ext>
            </a:extLst>
          </p:cNvPr>
          <p:cNvSpPr>
            <a:spLocks noGrp="1"/>
          </p:cNvSpPr>
          <p:nvPr>
            <p:ph type="body" idx="2"/>
          </p:nvPr>
        </p:nvSpPr>
        <p:spPr>
          <a:xfrm>
            <a:off x="5532527" y="3052385"/>
            <a:ext cx="5334000" cy="640081"/>
          </a:xfrm>
        </p:spPr>
        <p:txBody>
          <a:bodyPr/>
          <a:lstStyle/>
          <a:p>
            <a:pPr marL="114300" indent="0">
              <a:buNone/>
            </a:pPr>
            <a:r>
              <a:rPr lang="en-US" dirty="0"/>
              <a:t>Results:</a:t>
            </a:r>
          </a:p>
        </p:txBody>
      </p:sp>
      <p:pic>
        <p:nvPicPr>
          <p:cNvPr id="12" name="Picture 11">
            <a:extLst>
              <a:ext uri="{FF2B5EF4-FFF2-40B4-BE49-F238E27FC236}">
                <a16:creationId xmlns:a16="http://schemas.microsoft.com/office/drawing/2014/main" id="{24AA1E9B-C72D-7144-D63A-FDAED8467CD8}"/>
              </a:ext>
            </a:extLst>
          </p:cNvPr>
          <p:cNvPicPr>
            <a:picLocks noChangeAspect="1"/>
          </p:cNvPicPr>
          <p:nvPr/>
        </p:nvPicPr>
        <p:blipFill>
          <a:blip r:embed="rId3"/>
          <a:stretch>
            <a:fillRect/>
          </a:stretch>
        </p:blipFill>
        <p:spPr>
          <a:xfrm>
            <a:off x="685800" y="2971798"/>
            <a:ext cx="4694327" cy="3505504"/>
          </a:xfrm>
          <a:prstGeom prst="rect">
            <a:avLst/>
          </a:prstGeom>
        </p:spPr>
      </p:pic>
      <p:pic>
        <p:nvPicPr>
          <p:cNvPr id="14" name="Picture 13">
            <a:extLst>
              <a:ext uri="{FF2B5EF4-FFF2-40B4-BE49-F238E27FC236}">
                <a16:creationId xmlns:a16="http://schemas.microsoft.com/office/drawing/2014/main" id="{677789E1-CD97-DA04-925C-86AC5AD118E3}"/>
              </a:ext>
            </a:extLst>
          </p:cNvPr>
          <p:cNvPicPr>
            <a:picLocks noChangeAspect="1"/>
          </p:cNvPicPr>
          <p:nvPr/>
        </p:nvPicPr>
        <p:blipFill>
          <a:blip r:embed="rId4"/>
          <a:srcRect t="9094"/>
          <a:stretch>
            <a:fillRect/>
          </a:stretch>
        </p:blipFill>
        <p:spPr>
          <a:xfrm>
            <a:off x="5741792" y="3848793"/>
            <a:ext cx="5197290" cy="387946"/>
          </a:xfrm>
          <a:prstGeom prst="rect">
            <a:avLst/>
          </a:prstGeom>
        </p:spPr>
      </p:pic>
    </p:spTree>
    <p:extLst>
      <p:ext uri="{BB962C8B-B14F-4D97-AF65-F5344CB8AC3E}">
        <p14:creationId xmlns:p14="http://schemas.microsoft.com/office/powerpoint/2010/main" val="516165526"/>
      </p:ext>
    </p:extLst>
  </p:cSld>
  <p:clrMapOvr>
    <a:masterClrMapping/>
  </p:clrMapOvr>
  <mc:AlternateContent xmlns:mc="http://schemas.openxmlformats.org/markup-compatibility/2006" xmlns:p14="http://schemas.microsoft.com/office/powerpoint/2010/main">
    <mc:Choice Requires="p14">
      <p:transition spd="slow" p14:dur="2000" advTm="33055"/>
    </mc:Choice>
    <mc:Fallback xmlns="">
      <p:transition spd="slow" advTm="3305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054D8-7C9A-9799-1EE2-65474966C4B1}"/>
              </a:ext>
            </a:extLst>
          </p:cNvPr>
          <p:cNvSpPr>
            <a:spLocks noGrp="1"/>
          </p:cNvSpPr>
          <p:nvPr>
            <p:ph type="title"/>
          </p:nvPr>
        </p:nvSpPr>
        <p:spPr/>
        <p:txBody>
          <a:bodyPr/>
          <a:lstStyle/>
          <a:p>
            <a:r>
              <a:rPr lang="en-US" dirty="0" err="1"/>
              <a:t>CanAddToEmptyVector</a:t>
            </a:r>
            <a:endParaRPr lang="en-US" dirty="0"/>
          </a:p>
        </p:txBody>
      </p:sp>
      <p:sp>
        <p:nvSpPr>
          <p:cNvPr id="3" name="Text Placeholder 2">
            <a:extLst>
              <a:ext uri="{FF2B5EF4-FFF2-40B4-BE49-F238E27FC236}">
                <a16:creationId xmlns:a16="http://schemas.microsoft.com/office/drawing/2014/main" id="{3AEBE7BE-0758-E02F-648B-AE0807399090}"/>
              </a:ext>
            </a:extLst>
          </p:cNvPr>
          <p:cNvSpPr>
            <a:spLocks noGrp="1"/>
          </p:cNvSpPr>
          <p:nvPr>
            <p:ph type="body" idx="1"/>
          </p:nvPr>
        </p:nvSpPr>
        <p:spPr>
          <a:xfrm>
            <a:off x="685800" y="2194559"/>
            <a:ext cx="10820400" cy="781397"/>
          </a:xfrm>
        </p:spPr>
        <p:txBody>
          <a:bodyPr/>
          <a:lstStyle/>
          <a:p>
            <a:r>
              <a:rPr lang="en-US" dirty="0"/>
              <a:t>Tests whether valid elements exists after insert (STD-003-CPP)</a:t>
            </a:r>
          </a:p>
        </p:txBody>
      </p:sp>
      <p:sp>
        <p:nvSpPr>
          <p:cNvPr id="4" name="Text Placeholder 3">
            <a:extLst>
              <a:ext uri="{FF2B5EF4-FFF2-40B4-BE49-F238E27FC236}">
                <a16:creationId xmlns:a16="http://schemas.microsoft.com/office/drawing/2014/main" id="{0A0FDE13-ABBC-4F7E-24A6-9E949FCF7C53}"/>
              </a:ext>
            </a:extLst>
          </p:cNvPr>
          <p:cNvSpPr>
            <a:spLocks noGrp="1"/>
          </p:cNvSpPr>
          <p:nvPr>
            <p:ph type="body" idx="2"/>
          </p:nvPr>
        </p:nvSpPr>
        <p:spPr>
          <a:xfrm>
            <a:off x="5066607" y="3189263"/>
            <a:ext cx="5334000" cy="994705"/>
          </a:xfrm>
        </p:spPr>
        <p:txBody>
          <a:bodyPr/>
          <a:lstStyle/>
          <a:p>
            <a:pPr marL="114300" indent="0">
              <a:buNone/>
            </a:pPr>
            <a:r>
              <a:rPr lang="en-US" dirty="0"/>
              <a:t>Results:</a:t>
            </a:r>
          </a:p>
        </p:txBody>
      </p:sp>
      <p:pic>
        <p:nvPicPr>
          <p:cNvPr id="6" name="Picture 5">
            <a:extLst>
              <a:ext uri="{FF2B5EF4-FFF2-40B4-BE49-F238E27FC236}">
                <a16:creationId xmlns:a16="http://schemas.microsoft.com/office/drawing/2014/main" id="{698F8FD2-6CB9-9D91-80ED-C2F74F2E40BD}"/>
              </a:ext>
            </a:extLst>
          </p:cNvPr>
          <p:cNvPicPr>
            <a:picLocks noChangeAspect="1"/>
          </p:cNvPicPr>
          <p:nvPr/>
        </p:nvPicPr>
        <p:blipFill>
          <a:blip r:embed="rId3"/>
          <a:stretch>
            <a:fillRect/>
          </a:stretch>
        </p:blipFill>
        <p:spPr>
          <a:xfrm>
            <a:off x="1195259" y="3189263"/>
            <a:ext cx="2987299" cy="2034716"/>
          </a:xfrm>
          <a:prstGeom prst="rect">
            <a:avLst/>
          </a:prstGeom>
        </p:spPr>
      </p:pic>
      <p:pic>
        <p:nvPicPr>
          <p:cNvPr id="8" name="Picture 7">
            <a:extLst>
              <a:ext uri="{FF2B5EF4-FFF2-40B4-BE49-F238E27FC236}">
                <a16:creationId xmlns:a16="http://schemas.microsoft.com/office/drawing/2014/main" id="{A4659981-856C-9251-69D3-7C924260E7FE}"/>
              </a:ext>
            </a:extLst>
          </p:cNvPr>
          <p:cNvPicPr>
            <a:picLocks noChangeAspect="1"/>
          </p:cNvPicPr>
          <p:nvPr/>
        </p:nvPicPr>
        <p:blipFill>
          <a:blip r:embed="rId4"/>
          <a:stretch>
            <a:fillRect/>
          </a:stretch>
        </p:blipFill>
        <p:spPr>
          <a:xfrm>
            <a:off x="5188306" y="4012503"/>
            <a:ext cx="5090601" cy="342930"/>
          </a:xfrm>
          <a:prstGeom prst="rect">
            <a:avLst/>
          </a:prstGeom>
        </p:spPr>
      </p:pic>
    </p:spTree>
    <p:extLst>
      <p:ext uri="{BB962C8B-B14F-4D97-AF65-F5344CB8AC3E}">
        <p14:creationId xmlns:p14="http://schemas.microsoft.com/office/powerpoint/2010/main" val="1983178350"/>
      </p:ext>
    </p:extLst>
  </p:cSld>
  <p:clrMapOvr>
    <a:masterClrMapping/>
  </p:clrMapOvr>
  <mc:AlternateContent xmlns:mc="http://schemas.openxmlformats.org/markup-compatibility/2006" xmlns:p14="http://schemas.microsoft.com/office/powerpoint/2010/main">
    <mc:Choice Requires="p14">
      <p:transition spd="slow" p14:dur="2000" advTm="28908"/>
    </mc:Choice>
    <mc:Fallback xmlns="">
      <p:transition spd="slow" advTm="2890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B009E6-FB5C-B66B-1B56-CD98FC3B4684}"/>
              </a:ext>
            </a:extLst>
          </p:cNvPr>
          <p:cNvSpPr>
            <a:spLocks noGrp="1"/>
          </p:cNvSpPr>
          <p:nvPr>
            <p:ph type="title"/>
          </p:nvPr>
        </p:nvSpPr>
        <p:spPr>
          <a:xfrm>
            <a:off x="1421476" y="764373"/>
            <a:ext cx="10084724" cy="1293028"/>
          </a:xfrm>
        </p:spPr>
        <p:txBody>
          <a:bodyPr/>
          <a:lstStyle/>
          <a:p>
            <a:r>
              <a:rPr lang="en-US" dirty="0" err="1"/>
              <a:t>CanThrowIndexOutOfBoundsException</a:t>
            </a:r>
            <a:endParaRPr lang="en-US" dirty="0"/>
          </a:p>
        </p:txBody>
      </p:sp>
      <p:sp>
        <p:nvSpPr>
          <p:cNvPr id="40" name="Text Placeholder 39">
            <a:extLst>
              <a:ext uri="{FF2B5EF4-FFF2-40B4-BE49-F238E27FC236}">
                <a16:creationId xmlns:a16="http://schemas.microsoft.com/office/drawing/2014/main" id="{B88284C8-6702-2F4E-5CD2-F13B44453CB7}"/>
              </a:ext>
            </a:extLst>
          </p:cNvPr>
          <p:cNvSpPr>
            <a:spLocks noGrp="1"/>
          </p:cNvSpPr>
          <p:nvPr>
            <p:ph type="body" idx="1"/>
          </p:nvPr>
        </p:nvSpPr>
        <p:spPr>
          <a:xfrm>
            <a:off x="523702" y="4846320"/>
            <a:ext cx="5334000" cy="947651"/>
          </a:xfrm>
        </p:spPr>
        <p:txBody>
          <a:bodyPr>
            <a:normAutofit fontScale="92500" lnSpcReduction="20000"/>
          </a:bodyPr>
          <a:lstStyle/>
          <a:p>
            <a:pPr marL="114300" indent="0">
              <a:buNone/>
            </a:pPr>
            <a:r>
              <a:rPr lang="en-US" dirty="0"/>
              <a:t>Results:</a:t>
            </a:r>
            <a:br>
              <a:rPr lang="en-US" dirty="0"/>
            </a:br>
            <a:br>
              <a:rPr lang="en-US" dirty="0"/>
            </a:br>
            <a:endParaRPr lang="en-US" dirty="0"/>
          </a:p>
        </p:txBody>
      </p:sp>
      <p:sp>
        <p:nvSpPr>
          <p:cNvPr id="41" name="Text Placeholder 40">
            <a:extLst>
              <a:ext uri="{FF2B5EF4-FFF2-40B4-BE49-F238E27FC236}">
                <a16:creationId xmlns:a16="http://schemas.microsoft.com/office/drawing/2014/main" id="{89E03ADA-7AE5-C2BD-C857-D851BAFDE4D5}"/>
              </a:ext>
            </a:extLst>
          </p:cNvPr>
          <p:cNvSpPr>
            <a:spLocks noGrp="1"/>
          </p:cNvSpPr>
          <p:nvPr>
            <p:ph type="body" idx="2"/>
          </p:nvPr>
        </p:nvSpPr>
        <p:spPr>
          <a:xfrm>
            <a:off x="523702" y="2194560"/>
            <a:ext cx="10982498" cy="1113906"/>
          </a:xfrm>
        </p:spPr>
        <p:txBody>
          <a:bodyPr>
            <a:normAutofit/>
          </a:bodyPr>
          <a:lstStyle/>
          <a:p>
            <a:r>
              <a:rPr lang="en-US" dirty="0"/>
              <a:t>Verify out of range exception is thrown when calling an index outside the valid range (STD-007-CPP)</a:t>
            </a:r>
          </a:p>
          <a:p>
            <a:pPr marL="114300" indent="0">
              <a:buNone/>
            </a:pPr>
            <a:endParaRPr lang="en-US" dirty="0"/>
          </a:p>
        </p:txBody>
      </p:sp>
      <p:pic>
        <p:nvPicPr>
          <p:cNvPr id="8" name="Picture 7">
            <a:extLst>
              <a:ext uri="{FF2B5EF4-FFF2-40B4-BE49-F238E27FC236}">
                <a16:creationId xmlns:a16="http://schemas.microsoft.com/office/drawing/2014/main" id="{5D9A2578-BC93-E59E-0525-A898F9E7FC67}"/>
              </a:ext>
            </a:extLst>
          </p:cNvPr>
          <p:cNvPicPr>
            <a:picLocks noChangeAspect="1"/>
          </p:cNvPicPr>
          <p:nvPr/>
        </p:nvPicPr>
        <p:blipFill>
          <a:blip r:embed="rId3"/>
          <a:srcRect t="29044" b="-1"/>
          <a:stretch>
            <a:fillRect/>
          </a:stretch>
        </p:blipFill>
        <p:spPr>
          <a:xfrm>
            <a:off x="523702" y="3308466"/>
            <a:ext cx="8245544" cy="1113906"/>
          </a:xfrm>
          <a:prstGeom prst="rect">
            <a:avLst/>
          </a:prstGeom>
        </p:spPr>
      </p:pic>
      <p:pic>
        <p:nvPicPr>
          <p:cNvPr id="44" name="Picture 43">
            <a:extLst>
              <a:ext uri="{FF2B5EF4-FFF2-40B4-BE49-F238E27FC236}">
                <a16:creationId xmlns:a16="http://schemas.microsoft.com/office/drawing/2014/main" id="{C8E278B3-A4FD-FBC2-184C-A7D7197C115C}"/>
              </a:ext>
            </a:extLst>
          </p:cNvPr>
          <p:cNvPicPr>
            <a:picLocks noChangeAspect="1"/>
          </p:cNvPicPr>
          <p:nvPr/>
        </p:nvPicPr>
        <p:blipFill>
          <a:blip r:embed="rId4"/>
          <a:srcRect t="11290" b="7068"/>
          <a:stretch>
            <a:fillRect/>
          </a:stretch>
        </p:blipFill>
        <p:spPr>
          <a:xfrm>
            <a:off x="523702" y="5453149"/>
            <a:ext cx="7839075" cy="482138"/>
          </a:xfrm>
          <a:prstGeom prst="rect">
            <a:avLst/>
          </a:prstGeom>
        </p:spPr>
      </p:pic>
    </p:spTree>
    <p:extLst>
      <p:ext uri="{BB962C8B-B14F-4D97-AF65-F5344CB8AC3E}">
        <p14:creationId xmlns:p14="http://schemas.microsoft.com/office/powerpoint/2010/main" val="489461725"/>
      </p:ext>
    </p:extLst>
  </p:cSld>
  <p:clrMapOvr>
    <a:masterClrMapping/>
  </p:clrMapOvr>
  <mc:AlternateContent xmlns:mc="http://schemas.openxmlformats.org/markup-compatibility/2006" xmlns:p14="http://schemas.microsoft.com/office/powerpoint/2010/main">
    <mc:Choice Requires="p14">
      <p:transition spd="slow" p14:dur="2000" advTm="21925"/>
    </mc:Choice>
    <mc:Fallback xmlns="">
      <p:transition spd="slow" advTm="2192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94B7-1BBE-5A3C-05B7-0A6F297396BA}"/>
              </a:ext>
            </a:extLst>
          </p:cNvPr>
          <p:cNvSpPr>
            <a:spLocks noGrp="1"/>
          </p:cNvSpPr>
          <p:nvPr>
            <p:ph type="title"/>
          </p:nvPr>
        </p:nvSpPr>
        <p:spPr/>
        <p:txBody>
          <a:bodyPr/>
          <a:lstStyle/>
          <a:p>
            <a:r>
              <a:rPr lang="en-US" dirty="0" err="1"/>
              <a:t>CanThrowUpperBoundException</a:t>
            </a:r>
            <a:endParaRPr lang="en-US" dirty="0"/>
          </a:p>
        </p:txBody>
      </p:sp>
      <p:sp>
        <p:nvSpPr>
          <p:cNvPr id="3" name="Text Placeholder 2">
            <a:extLst>
              <a:ext uri="{FF2B5EF4-FFF2-40B4-BE49-F238E27FC236}">
                <a16:creationId xmlns:a16="http://schemas.microsoft.com/office/drawing/2014/main" id="{C77A4EA4-4CBC-A3BA-FB46-76F848D9D555}"/>
              </a:ext>
            </a:extLst>
          </p:cNvPr>
          <p:cNvSpPr>
            <a:spLocks noGrp="1"/>
          </p:cNvSpPr>
          <p:nvPr>
            <p:ph type="body" idx="1"/>
          </p:nvPr>
        </p:nvSpPr>
        <p:spPr>
          <a:xfrm>
            <a:off x="685800" y="2194559"/>
            <a:ext cx="10820400" cy="798023"/>
          </a:xfrm>
        </p:spPr>
        <p:txBody>
          <a:bodyPr>
            <a:normAutofit lnSpcReduction="10000"/>
          </a:bodyPr>
          <a:lstStyle/>
          <a:p>
            <a:pPr marL="114300" indent="0">
              <a:buNone/>
            </a:pPr>
            <a:r>
              <a:rPr lang="en-US" dirty="0"/>
              <a:t>Test to verify access an index equal to the size throws an exception (STD-007-CPP)</a:t>
            </a:r>
          </a:p>
        </p:txBody>
      </p:sp>
      <p:sp>
        <p:nvSpPr>
          <p:cNvPr id="4" name="Text Placeholder 3">
            <a:extLst>
              <a:ext uri="{FF2B5EF4-FFF2-40B4-BE49-F238E27FC236}">
                <a16:creationId xmlns:a16="http://schemas.microsoft.com/office/drawing/2014/main" id="{0A8FD46A-C897-DD8A-3EFD-D29441F1879A}"/>
              </a:ext>
            </a:extLst>
          </p:cNvPr>
          <p:cNvSpPr>
            <a:spLocks noGrp="1"/>
          </p:cNvSpPr>
          <p:nvPr>
            <p:ph type="body" idx="2"/>
          </p:nvPr>
        </p:nvSpPr>
        <p:spPr>
          <a:xfrm>
            <a:off x="5282738" y="3129740"/>
            <a:ext cx="5334000" cy="566029"/>
          </a:xfrm>
        </p:spPr>
        <p:txBody>
          <a:bodyPr/>
          <a:lstStyle/>
          <a:p>
            <a:pPr marL="114300" indent="0">
              <a:buNone/>
            </a:pPr>
            <a:r>
              <a:rPr lang="en-US" dirty="0"/>
              <a:t>Results:</a:t>
            </a:r>
          </a:p>
        </p:txBody>
      </p:sp>
      <p:pic>
        <p:nvPicPr>
          <p:cNvPr id="6" name="Picture 5">
            <a:extLst>
              <a:ext uri="{FF2B5EF4-FFF2-40B4-BE49-F238E27FC236}">
                <a16:creationId xmlns:a16="http://schemas.microsoft.com/office/drawing/2014/main" id="{A44C2B0E-8300-B613-DB60-DD036AC494D6}"/>
              </a:ext>
            </a:extLst>
          </p:cNvPr>
          <p:cNvPicPr>
            <a:picLocks noChangeAspect="1"/>
          </p:cNvPicPr>
          <p:nvPr/>
        </p:nvPicPr>
        <p:blipFill>
          <a:blip r:embed="rId3"/>
          <a:stretch>
            <a:fillRect/>
          </a:stretch>
        </p:blipFill>
        <p:spPr>
          <a:xfrm>
            <a:off x="685800" y="3129740"/>
            <a:ext cx="3985605" cy="1577477"/>
          </a:xfrm>
          <a:prstGeom prst="rect">
            <a:avLst/>
          </a:prstGeom>
        </p:spPr>
      </p:pic>
      <p:pic>
        <p:nvPicPr>
          <p:cNvPr id="8" name="Picture 7">
            <a:extLst>
              <a:ext uri="{FF2B5EF4-FFF2-40B4-BE49-F238E27FC236}">
                <a16:creationId xmlns:a16="http://schemas.microsoft.com/office/drawing/2014/main" id="{2D51B807-9600-2823-2534-5001A43BBBB4}"/>
              </a:ext>
            </a:extLst>
          </p:cNvPr>
          <p:cNvPicPr>
            <a:picLocks noChangeAspect="1"/>
          </p:cNvPicPr>
          <p:nvPr/>
        </p:nvPicPr>
        <p:blipFill>
          <a:blip r:embed="rId4"/>
          <a:stretch>
            <a:fillRect/>
          </a:stretch>
        </p:blipFill>
        <p:spPr>
          <a:xfrm>
            <a:off x="5453589" y="3865419"/>
            <a:ext cx="5806943" cy="365792"/>
          </a:xfrm>
          <a:prstGeom prst="rect">
            <a:avLst/>
          </a:prstGeom>
        </p:spPr>
      </p:pic>
    </p:spTree>
    <p:extLst>
      <p:ext uri="{BB962C8B-B14F-4D97-AF65-F5344CB8AC3E}">
        <p14:creationId xmlns:p14="http://schemas.microsoft.com/office/powerpoint/2010/main" val="318745912"/>
      </p:ext>
    </p:extLst>
  </p:cSld>
  <p:clrMapOvr>
    <a:masterClrMapping/>
  </p:clrMapOvr>
  <mc:AlternateContent xmlns:mc="http://schemas.openxmlformats.org/markup-compatibility/2006" xmlns:p14="http://schemas.microsoft.com/office/powerpoint/2010/main">
    <mc:Choice Requires="p14">
      <p:transition spd="slow" p14:dur="2000" advTm="29484"/>
    </mc:Choice>
    <mc:Fallback xmlns="">
      <p:transition spd="slow" advTm="294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897"/>
    </mc:Choice>
    <mc:Fallback xmlns="">
      <p:transition spd="slow" advTm="2889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85000" lnSpcReduction="20000"/>
          </a:bodyPr>
          <a:lstStyle/>
          <a:p>
            <a:pPr marL="685800" lvl="1" indent="-228600" algn="l" rtl="0">
              <a:lnSpc>
                <a:spcPct val="150000"/>
              </a:lnSpc>
              <a:spcBef>
                <a:spcPts val="0"/>
              </a:spcBef>
              <a:spcAft>
                <a:spcPts val="0"/>
              </a:spcAft>
              <a:buClr>
                <a:schemeClr val="lt1"/>
              </a:buClr>
              <a:buSzPts val="2000"/>
              <a:buChar char="•"/>
            </a:pPr>
            <a:r>
              <a:rPr lang="en-US" dirty="0" err="1"/>
              <a:t>DevSecOps</a:t>
            </a:r>
            <a:r>
              <a:rPr lang="en-US" dirty="0"/>
              <a:t> (Development, Security, Operations)</a:t>
            </a:r>
          </a:p>
          <a:p>
            <a:pPr marL="1143000" lvl="2" indent="-228600">
              <a:lnSpc>
                <a:spcPct val="150000"/>
              </a:lnSpc>
              <a:spcBef>
                <a:spcPts val="0"/>
              </a:spcBef>
              <a:buSzPts val="2000"/>
            </a:pPr>
            <a:r>
              <a:rPr lang="en-US" sz="1400" dirty="0"/>
              <a:t>A model for developing software by embedding security in the full Software Development Lifecycle (SDLC)</a:t>
            </a:r>
          </a:p>
          <a:p>
            <a:pPr marL="1143000" lvl="2" indent="-228600">
              <a:lnSpc>
                <a:spcPct val="150000"/>
              </a:lnSpc>
              <a:spcBef>
                <a:spcPts val="0"/>
              </a:spcBef>
              <a:buSzPts val="2000"/>
            </a:pPr>
            <a:r>
              <a:rPr lang="en-US" sz="1400" dirty="0"/>
              <a:t>Security checks added at each phase of the SDLC</a:t>
            </a:r>
          </a:p>
          <a:p>
            <a:pPr marL="1143000" lvl="2" indent="-228600">
              <a:lnSpc>
                <a:spcPct val="150000"/>
              </a:lnSpc>
              <a:spcBef>
                <a:spcPts val="0"/>
              </a:spcBef>
              <a:buSzPts val="2000"/>
            </a:pPr>
            <a:r>
              <a:rPr lang="en-US" sz="1400" dirty="0"/>
              <a:t>Includes security team, in the addition to development and operations teams, from the start of the process</a:t>
            </a:r>
          </a:p>
          <a:p>
            <a:pPr marL="1143000" lvl="2" indent="-228600">
              <a:lnSpc>
                <a:spcPct val="150000"/>
              </a:lnSpc>
              <a:spcBef>
                <a:spcPts val="0"/>
              </a:spcBef>
              <a:buSzPts val="2000"/>
            </a:pPr>
            <a:r>
              <a:rPr lang="en-US" sz="1400" dirty="0"/>
              <a:t>Allows early detection of vulnerabilities</a:t>
            </a:r>
          </a:p>
          <a:p>
            <a:pPr marL="685800" lvl="1" indent="-228600">
              <a:lnSpc>
                <a:spcPct val="150000"/>
              </a:lnSpc>
              <a:spcBef>
                <a:spcPts val="0"/>
              </a:spcBef>
              <a:buSzPts val="2000"/>
            </a:pPr>
            <a:r>
              <a:rPr lang="en-US" sz="1600" dirty="0"/>
              <a:t>Tools:</a:t>
            </a:r>
          </a:p>
          <a:p>
            <a:pPr marL="1143000" lvl="2" indent="-228600">
              <a:lnSpc>
                <a:spcPct val="150000"/>
              </a:lnSpc>
              <a:spcBef>
                <a:spcPts val="0"/>
              </a:spcBef>
              <a:buSzPts val="2000"/>
            </a:pPr>
            <a:r>
              <a:rPr lang="en-US" sz="1400" dirty="0"/>
              <a:t>Build</a:t>
            </a:r>
          </a:p>
          <a:p>
            <a:pPr marL="1600200" lvl="3" indent="-228600">
              <a:lnSpc>
                <a:spcPct val="150000"/>
              </a:lnSpc>
              <a:spcBef>
                <a:spcPts val="0"/>
              </a:spcBef>
              <a:buSzPts val="2000"/>
            </a:pPr>
            <a:r>
              <a:rPr lang="en-US" sz="1200" dirty="0">
                <a:hlinkClick r:id="rId4"/>
              </a:rPr>
              <a:t>Clang-Tidy</a:t>
            </a:r>
            <a:r>
              <a:rPr lang="en-US" sz="1200" dirty="0"/>
              <a:t> – C/C++ static analysis and linting tool integrated into the developer IDE</a:t>
            </a:r>
          </a:p>
          <a:p>
            <a:pPr marL="2057400" lvl="4" indent="-228600">
              <a:lnSpc>
                <a:spcPct val="150000"/>
              </a:lnSpc>
              <a:spcBef>
                <a:spcPts val="0"/>
              </a:spcBef>
              <a:buSzPts val="2000"/>
            </a:pPr>
            <a:r>
              <a:rPr lang="en-US" sz="1200" dirty="0" err="1">
                <a:hlinkClick r:id="rId5"/>
              </a:rPr>
              <a:t>AddressSanitizer</a:t>
            </a:r>
            <a:r>
              <a:rPr lang="en-US" sz="1200" dirty="0"/>
              <a:t> – Compiler tool to detect memory issues</a:t>
            </a:r>
          </a:p>
          <a:p>
            <a:pPr marL="2057400" lvl="4" indent="-228600">
              <a:lnSpc>
                <a:spcPct val="150000"/>
              </a:lnSpc>
              <a:spcBef>
                <a:spcPts val="0"/>
              </a:spcBef>
              <a:buSzPts val="2000"/>
            </a:pPr>
            <a:r>
              <a:rPr lang="en-US" sz="1200" dirty="0" err="1">
                <a:hlinkClick r:id="rId6"/>
              </a:rPr>
              <a:t>MemorySanitizer</a:t>
            </a:r>
            <a:r>
              <a:rPr lang="en-US" sz="1200" dirty="0"/>
              <a:t> – Compiler tool to detect uninitialized values</a:t>
            </a:r>
          </a:p>
          <a:p>
            <a:pPr marL="1600200" lvl="3" indent="-228600">
              <a:lnSpc>
                <a:spcPct val="150000"/>
              </a:lnSpc>
              <a:spcBef>
                <a:spcPts val="0"/>
              </a:spcBef>
              <a:buSzPts val="2000"/>
            </a:pPr>
            <a:r>
              <a:rPr lang="en-US" sz="1200" dirty="0" err="1">
                <a:hlinkClick r:id="rId7"/>
              </a:rPr>
              <a:t>Cppcheck</a:t>
            </a:r>
            <a:r>
              <a:rPr lang="en-US" sz="1200" dirty="0"/>
              <a:t>  - Static code analyzer (Open-source)</a:t>
            </a:r>
          </a:p>
          <a:p>
            <a:pPr marL="1600200" lvl="3" indent="-228600">
              <a:lnSpc>
                <a:spcPct val="150000"/>
              </a:lnSpc>
              <a:spcBef>
                <a:spcPts val="0"/>
              </a:spcBef>
              <a:buSzPts val="2000"/>
            </a:pPr>
            <a:r>
              <a:rPr lang="en-US" sz="1200" dirty="0" err="1">
                <a:hlinkClick r:id="rId8"/>
              </a:rPr>
              <a:t>CodeSonar</a:t>
            </a:r>
            <a:r>
              <a:rPr lang="en-US" sz="1200" dirty="0"/>
              <a:t> – Static code analyzer (Proprietary)</a:t>
            </a:r>
          </a:p>
          <a:p>
            <a:pPr marL="1143000" lvl="2" indent="-228600">
              <a:lnSpc>
                <a:spcPct val="150000"/>
              </a:lnSpc>
              <a:spcBef>
                <a:spcPts val="0"/>
              </a:spcBef>
              <a:buSzPts val="2000"/>
            </a:pPr>
            <a:r>
              <a:rPr lang="en-US" sz="1400" dirty="0"/>
              <a:t>Health Check</a:t>
            </a:r>
          </a:p>
          <a:p>
            <a:pPr marL="1600200" lvl="3" indent="-228600">
              <a:lnSpc>
                <a:spcPct val="150000"/>
              </a:lnSpc>
              <a:spcBef>
                <a:spcPts val="0"/>
              </a:spcBef>
              <a:buSzPts val="2000"/>
            </a:pPr>
            <a:r>
              <a:rPr lang="en-US" sz="1200" dirty="0">
                <a:hlinkClick r:id="rId9"/>
              </a:rPr>
              <a:t>OWASP ZAP</a:t>
            </a:r>
            <a:r>
              <a:rPr lang="en-US" sz="1200" dirty="0"/>
              <a:t> – Penetration testing tool</a:t>
            </a:r>
          </a:p>
          <a:p>
            <a:pPr marL="1143000" lvl="2" indent="-228600">
              <a:lnSpc>
                <a:spcPct val="150000"/>
              </a:lnSpc>
              <a:spcBef>
                <a:spcPts val="0"/>
              </a:spcBef>
              <a:buSzPts val="2000"/>
            </a:pPr>
            <a:r>
              <a:rPr lang="en-US" sz="1400" dirty="0"/>
              <a:t>Monitor and Detect</a:t>
            </a:r>
          </a:p>
          <a:p>
            <a:pPr marL="1600200" lvl="3" indent="-228600">
              <a:lnSpc>
                <a:spcPct val="150000"/>
              </a:lnSpc>
              <a:spcBef>
                <a:spcPts val="0"/>
              </a:spcBef>
              <a:buSzPts val="2000"/>
            </a:pPr>
            <a:r>
              <a:rPr lang="en-US" sz="1200" dirty="0" err="1">
                <a:hlinkClick r:id="rId10"/>
              </a:rPr>
              <a:t>Parasoft</a:t>
            </a:r>
            <a:r>
              <a:rPr lang="en-US" sz="1200" dirty="0">
                <a:hlinkClick r:id="rId10"/>
              </a:rPr>
              <a:t> C/C++test</a:t>
            </a:r>
            <a:r>
              <a:rPr lang="en-US" sz="1200" dirty="0"/>
              <a:t> – Automated test suite</a:t>
            </a:r>
          </a:p>
          <a:p>
            <a:pPr marL="1143000" lvl="2" indent="-228600">
              <a:lnSpc>
                <a:spcPct val="150000"/>
              </a:lnSpc>
              <a:spcBef>
                <a:spcPts val="0"/>
              </a:spcBef>
              <a:buSzPts val="2000"/>
            </a:pPr>
            <a:endParaRPr lang="en-US" sz="1400" dirty="0"/>
          </a:p>
          <a:p>
            <a:pPr marL="1143000" lvl="2" indent="-228600">
              <a:lnSpc>
                <a:spcPct val="150000"/>
              </a:lnSpc>
              <a:spcBef>
                <a:spcPts val="0"/>
              </a:spcBef>
              <a:buSzPts val="2000"/>
            </a:pPr>
            <a:endParaRPr lang="en-US" sz="1400" dirty="0"/>
          </a:p>
        </p:txBody>
      </p:sp>
      <p:pic>
        <p:nvPicPr>
          <p:cNvPr id="211" name="Google Shape;211;p10" descr="Green Pace logo"/>
          <p:cNvPicPr preferRelativeResize="0"/>
          <p:nvPr/>
        </p:nvPicPr>
        <p:blipFill>
          <a:blip r:embed="rId11">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2361"/>
    </mc:Choice>
    <mc:Fallback xmlns="">
      <p:transition spd="slow" advTm="4236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15" name="Diagram 14">
            <a:extLst>
              <a:ext uri="{FF2B5EF4-FFF2-40B4-BE49-F238E27FC236}">
                <a16:creationId xmlns:a16="http://schemas.microsoft.com/office/drawing/2014/main" id="{8514AAC2-0EC5-B845-78C8-1163F21F85E0}"/>
              </a:ext>
            </a:extLst>
          </p:cNvPr>
          <p:cNvGraphicFramePr/>
          <p:nvPr>
            <p:extLst>
              <p:ext uri="{D42A27DB-BD31-4B8C-83A1-F6EECF244321}">
                <p14:modId xmlns:p14="http://schemas.microsoft.com/office/powerpoint/2010/main" val="2574633032"/>
              </p:ext>
            </p:extLst>
          </p:nvPr>
        </p:nvGraphicFramePr>
        <p:xfrm>
          <a:off x="677333" y="1921933"/>
          <a:ext cx="9922934" cy="42926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8243"/>
    </mc:Choice>
    <mc:Fallback xmlns="">
      <p:transition spd="slow" advTm="6824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lnSpc>
                <a:spcPct val="150000"/>
              </a:lnSpc>
              <a:spcBef>
                <a:spcPts val="0"/>
              </a:spcBef>
            </a:pPr>
            <a:r>
              <a:rPr lang="en-US" sz="1600" dirty="0"/>
              <a:t>Current security policy covers vulnerabilities in pre-production and production, but does not explicitly cover incident response protocol after an attack has occurred</a:t>
            </a:r>
          </a:p>
          <a:p>
            <a:pPr marL="228600" indent="-228600">
              <a:lnSpc>
                <a:spcPct val="150000"/>
              </a:lnSpc>
              <a:spcBef>
                <a:spcPts val="0"/>
              </a:spcBef>
            </a:pPr>
            <a:r>
              <a:rPr lang="en-US" sz="1600" dirty="0"/>
              <a:t>Formal internal communications after an attack should be established between departments</a:t>
            </a:r>
          </a:p>
          <a:p>
            <a:pPr marL="228600" indent="-228600">
              <a:lnSpc>
                <a:spcPct val="150000"/>
              </a:lnSpc>
              <a:spcBef>
                <a:spcPts val="0"/>
              </a:spcBef>
            </a:pPr>
            <a:r>
              <a:rPr lang="en-US" sz="1600" dirty="0"/>
              <a:t>Define a formal reporting format to document the attack to ensure consistent and correct information</a:t>
            </a:r>
          </a:p>
          <a:p>
            <a:pPr marL="685800" lvl="1" indent="-228600">
              <a:lnSpc>
                <a:spcPct val="150000"/>
              </a:lnSpc>
              <a:spcBef>
                <a:spcPts val="0"/>
              </a:spcBef>
            </a:pPr>
            <a:r>
              <a:rPr lang="en-US" sz="1200" dirty="0"/>
              <a:t>How the attack happened</a:t>
            </a:r>
          </a:p>
          <a:p>
            <a:pPr marL="685800" lvl="1" indent="-228600">
              <a:lnSpc>
                <a:spcPct val="150000"/>
              </a:lnSpc>
              <a:spcBef>
                <a:spcPts val="0"/>
              </a:spcBef>
            </a:pPr>
            <a:r>
              <a:rPr lang="en-US" sz="1200" dirty="0"/>
              <a:t>Type of attack</a:t>
            </a:r>
          </a:p>
          <a:p>
            <a:pPr marL="685800" lvl="1" indent="-228600">
              <a:lnSpc>
                <a:spcPct val="150000"/>
              </a:lnSpc>
              <a:spcBef>
                <a:spcPts val="0"/>
              </a:spcBef>
            </a:pPr>
            <a:r>
              <a:rPr lang="en-US" sz="1200" dirty="0"/>
              <a:t>Impact on clients and/or services</a:t>
            </a:r>
          </a:p>
          <a:p>
            <a:pPr marL="685800" lvl="1" indent="-228600">
              <a:lnSpc>
                <a:spcPct val="150000"/>
              </a:lnSpc>
              <a:spcBef>
                <a:spcPts val="0"/>
              </a:spcBef>
            </a:pPr>
            <a:r>
              <a:rPr lang="en-US" sz="1200" dirty="0"/>
              <a:t>Assets affected</a:t>
            </a:r>
          </a:p>
          <a:p>
            <a:pPr marL="685800" lvl="1" indent="-228600">
              <a:lnSpc>
                <a:spcPct val="150000"/>
              </a:lnSpc>
              <a:spcBef>
                <a:spcPts val="0"/>
              </a:spcBef>
            </a:pPr>
            <a:r>
              <a:rPr lang="en-US" sz="1200" dirty="0"/>
              <a:t>Victims identified</a:t>
            </a:r>
          </a:p>
          <a:p>
            <a:pPr marL="228600" indent="-228600">
              <a:lnSpc>
                <a:spcPct val="150000"/>
              </a:lnSpc>
              <a:spcBef>
                <a:spcPts val="0"/>
              </a:spcBef>
            </a:pPr>
            <a:r>
              <a:rPr lang="en-US" sz="1400" dirty="0"/>
              <a:t>Define a process to return the system to the last secure, stable environment</a:t>
            </a:r>
          </a:p>
          <a:p>
            <a:pPr marL="228600" indent="-228600">
              <a:lnSpc>
                <a:spcPct val="150000"/>
              </a:lnSpc>
              <a:spcBef>
                <a:spcPts val="0"/>
              </a:spcBef>
            </a:pPr>
            <a:r>
              <a:rPr lang="en-US" sz="1400" dirty="0"/>
              <a:t>Define data recovery process</a:t>
            </a:r>
          </a:p>
          <a:p>
            <a:pPr marL="228600" indent="-228600">
              <a:lnSpc>
                <a:spcPct val="150000"/>
              </a:lnSpc>
              <a:spcBef>
                <a:spcPts val="0"/>
              </a:spcBef>
            </a:pPr>
            <a:r>
              <a:rPr lang="en-US" sz="1400" dirty="0"/>
              <a:t>Understand Green Pace’s ethical obligations and communicate with clients of an attack</a:t>
            </a:r>
          </a:p>
          <a:p>
            <a:pPr marL="228600" indent="-228600">
              <a:spcBef>
                <a:spcPts val="0"/>
              </a:spcBef>
            </a:pPr>
            <a:endParaRPr lang="en-US" sz="1400" dirty="0"/>
          </a:p>
          <a:p>
            <a:pPr marL="228600" indent="-228600">
              <a:spcBef>
                <a:spcPts val="0"/>
              </a:spcBef>
            </a:pPr>
            <a:endParaRPr lang="en-US" sz="1400" dirty="0"/>
          </a:p>
          <a:p>
            <a:pPr marL="228600" indent="-228600">
              <a:spcBef>
                <a:spcPts val="0"/>
              </a:spcBef>
            </a:pPr>
            <a:endParaRPr lang="en-US" sz="16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6486"/>
    </mc:Choice>
    <mc:Fallback xmlns="">
      <p:transition spd="slow" advTm="4648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C5E5-9419-3647-6E6E-D638F11CB256}"/>
              </a:ext>
            </a:extLst>
          </p:cNvPr>
          <p:cNvSpPr>
            <a:spLocks noGrp="1"/>
          </p:cNvSpPr>
          <p:nvPr>
            <p:ph type="title"/>
          </p:nvPr>
        </p:nvSpPr>
        <p:spPr/>
        <p:txBody>
          <a:bodyPr/>
          <a:lstStyle/>
          <a:p>
            <a:r>
              <a:rPr lang="en-US" dirty="0"/>
              <a:t>RECOMMENDATIONS</a:t>
            </a:r>
          </a:p>
        </p:txBody>
      </p:sp>
      <p:sp>
        <p:nvSpPr>
          <p:cNvPr id="3" name="Text Placeholder 2">
            <a:extLst>
              <a:ext uri="{FF2B5EF4-FFF2-40B4-BE49-F238E27FC236}">
                <a16:creationId xmlns:a16="http://schemas.microsoft.com/office/drawing/2014/main" id="{63AA8571-CF1A-9953-5C58-54D54630466E}"/>
              </a:ext>
            </a:extLst>
          </p:cNvPr>
          <p:cNvSpPr>
            <a:spLocks noGrp="1"/>
          </p:cNvSpPr>
          <p:nvPr>
            <p:ph type="body" idx="1"/>
          </p:nvPr>
        </p:nvSpPr>
        <p:spPr/>
        <p:txBody>
          <a:bodyPr>
            <a:normAutofit lnSpcReduction="10000"/>
          </a:bodyPr>
          <a:lstStyle/>
          <a:p>
            <a:r>
              <a:rPr lang="en-US" dirty="0"/>
              <a:t>Case Study: </a:t>
            </a:r>
            <a:r>
              <a:rPr lang="en-US" dirty="0">
                <a:hlinkClick r:id="rId3"/>
              </a:rPr>
              <a:t>Fort Smith Computer System Hack</a:t>
            </a:r>
            <a:endParaRPr lang="en-US" dirty="0"/>
          </a:p>
          <a:p>
            <a:pPr lvl="1"/>
            <a:r>
              <a:rPr lang="en-US" dirty="0"/>
              <a:t>5.7 TB of city data was stolen by ransomware group, Interlock</a:t>
            </a:r>
          </a:p>
          <a:p>
            <a:pPr lvl="1"/>
            <a:r>
              <a:rPr lang="en-US" dirty="0"/>
              <a:t>Breach </a:t>
            </a:r>
            <a:r>
              <a:rPr lang="en-US"/>
              <a:t>was traced </a:t>
            </a:r>
            <a:r>
              <a:rPr lang="en-US" dirty="0"/>
              <a:t>to Fort Smith Police Department systems and spread to other city departments</a:t>
            </a:r>
          </a:p>
          <a:p>
            <a:pPr lvl="1"/>
            <a:r>
              <a:rPr lang="en-US" dirty="0"/>
              <a:t>Sensitive data, including investigative data, water-system data, and Social Security numbers were stolen</a:t>
            </a:r>
          </a:p>
          <a:p>
            <a:pPr lvl="1"/>
            <a:r>
              <a:rPr lang="en-US" dirty="0"/>
              <a:t>Response to the attack was slow and full system restoration confirmation has not been announced</a:t>
            </a:r>
          </a:p>
          <a:p>
            <a:r>
              <a:rPr lang="en-US" dirty="0"/>
              <a:t>Impact:</a:t>
            </a:r>
          </a:p>
          <a:p>
            <a:pPr lvl="1"/>
            <a:r>
              <a:rPr lang="en-US" dirty="0"/>
              <a:t>Disruption to city operations</a:t>
            </a:r>
          </a:p>
          <a:p>
            <a:pPr lvl="1"/>
            <a:r>
              <a:rPr lang="en-US" dirty="0"/>
              <a:t>Increased risks of identity theft and doxxing</a:t>
            </a:r>
          </a:p>
          <a:p>
            <a:pPr lvl="1"/>
            <a:r>
              <a:rPr lang="en-US" dirty="0"/>
              <a:t>Public trust diminished over time </a:t>
            </a:r>
            <a:r>
              <a:rPr lang="en-US" dirty="0">
                <a:sym typeface="Wingdings" panose="05000000000000000000" pitchFamily="2" charset="2"/>
              </a:rPr>
              <a:t> increased pressure among city officials</a:t>
            </a:r>
            <a:endParaRPr lang="en-US" dirty="0"/>
          </a:p>
          <a:p>
            <a:pPr lvl="2"/>
            <a:endParaRPr lang="en-US" dirty="0"/>
          </a:p>
          <a:p>
            <a:pPr lvl="2"/>
            <a:endParaRPr lang="en-US" dirty="0"/>
          </a:p>
          <a:p>
            <a:pPr lvl="2"/>
            <a:endParaRPr lang="en-US" dirty="0"/>
          </a:p>
        </p:txBody>
      </p:sp>
    </p:spTree>
    <p:extLst>
      <p:ext uri="{BB962C8B-B14F-4D97-AF65-F5344CB8AC3E}">
        <p14:creationId xmlns:p14="http://schemas.microsoft.com/office/powerpoint/2010/main" val="4256846853"/>
      </p:ext>
    </p:extLst>
  </p:cSld>
  <p:clrMapOvr>
    <a:masterClrMapping/>
  </p:clrMapOvr>
  <mc:AlternateContent xmlns:mc="http://schemas.openxmlformats.org/markup-compatibility/2006" xmlns:p14="http://schemas.microsoft.com/office/powerpoint/2010/main">
    <mc:Choice Requires="p14">
      <p:transition spd="slow" p14:dur="2000" advTm="48831"/>
    </mc:Choice>
    <mc:Fallback xmlns="">
      <p:transition spd="slow" advTm="4883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0000" lnSpcReduction="20000"/>
          </a:bodyPr>
          <a:lstStyle/>
          <a:p>
            <a:pPr marL="482600">
              <a:lnSpc>
                <a:spcPct val="120000"/>
              </a:lnSpc>
              <a:buSzPts val="2200"/>
            </a:pPr>
            <a:r>
              <a:rPr lang="en-US" dirty="0"/>
              <a:t>Adopt the 10 coding standards, prioritizing the highest-risk rules first</a:t>
            </a:r>
          </a:p>
          <a:p>
            <a:pPr marL="939800" lvl="1">
              <a:lnSpc>
                <a:spcPct val="120000"/>
              </a:lnSpc>
              <a:buSzPts val="2200"/>
            </a:pPr>
            <a:r>
              <a:rPr lang="en-US" dirty="0"/>
              <a:t>STD-002-CPP, STD-004-CPP, STD-005-CPP</a:t>
            </a:r>
          </a:p>
          <a:p>
            <a:pPr marL="482600">
              <a:lnSpc>
                <a:spcPct val="120000"/>
              </a:lnSpc>
              <a:buSzPts val="2200"/>
            </a:pPr>
            <a:r>
              <a:rPr lang="en-US" dirty="0"/>
              <a:t>Enforce the standards through </a:t>
            </a:r>
            <a:r>
              <a:rPr lang="en-US" dirty="0" err="1"/>
              <a:t>DevSecOps</a:t>
            </a:r>
            <a:r>
              <a:rPr lang="en-US" dirty="0"/>
              <a:t> automation</a:t>
            </a:r>
          </a:p>
          <a:p>
            <a:pPr marL="939800" lvl="1">
              <a:lnSpc>
                <a:spcPct val="120000"/>
              </a:lnSpc>
              <a:buSzPts val="2200"/>
            </a:pPr>
            <a:r>
              <a:rPr lang="en-US" dirty="0"/>
              <a:t>Static analysis (Clang-Tidy, </a:t>
            </a:r>
            <a:r>
              <a:rPr lang="en-US" dirty="0" err="1"/>
              <a:t>Cppcheck</a:t>
            </a:r>
            <a:r>
              <a:rPr lang="en-US" dirty="0"/>
              <a:t>) and sanitizers (</a:t>
            </a:r>
            <a:r>
              <a:rPr lang="en-US" dirty="0" err="1"/>
              <a:t>AddressSanitizer</a:t>
            </a:r>
            <a:r>
              <a:rPr lang="en-US" dirty="0"/>
              <a:t>, </a:t>
            </a:r>
            <a:r>
              <a:rPr lang="en-US" dirty="0" err="1"/>
              <a:t>MemorySanitizer</a:t>
            </a:r>
            <a:r>
              <a:rPr lang="en-US" dirty="0"/>
              <a:t>) on every build</a:t>
            </a:r>
          </a:p>
          <a:p>
            <a:pPr marL="939800" lvl="1">
              <a:lnSpc>
                <a:spcPct val="120000"/>
              </a:lnSpc>
              <a:buSzPts val="2200"/>
            </a:pPr>
            <a:r>
              <a:rPr lang="en-US" dirty="0"/>
              <a:t>Require positive and negative unit tests (</a:t>
            </a:r>
            <a:r>
              <a:rPr lang="en-US" dirty="0" err="1"/>
              <a:t>GTest</a:t>
            </a:r>
            <a:r>
              <a:rPr lang="en-US" dirty="0"/>
              <a:t>) before merging code</a:t>
            </a:r>
          </a:p>
          <a:p>
            <a:pPr marL="482600">
              <a:lnSpc>
                <a:spcPct val="120000"/>
              </a:lnSpc>
              <a:buSzPts val="2200"/>
            </a:pPr>
            <a:r>
              <a:rPr lang="en-US" dirty="0"/>
              <a:t>Adopt encryption and Triple-A policies as standard practice</a:t>
            </a:r>
          </a:p>
          <a:p>
            <a:pPr marL="939800" lvl="1">
              <a:lnSpc>
                <a:spcPct val="120000"/>
              </a:lnSpc>
              <a:buSzPts val="2200"/>
            </a:pPr>
            <a:r>
              <a:rPr lang="en-US" dirty="0"/>
              <a:t>AES-256 at rest, TLS in flight, protected workloads in use</a:t>
            </a:r>
          </a:p>
          <a:p>
            <a:pPr marL="939800" lvl="1">
              <a:lnSpc>
                <a:spcPct val="120000"/>
              </a:lnSpc>
              <a:buSzPts val="2200"/>
            </a:pPr>
            <a:r>
              <a:rPr lang="en-US" dirty="0"/>
              <a:t>MFA, least privilege, and audit logging for all systems</a:t>
            </a:r>
          </a:p>
          <a:p>
            <a:pPr marL="482600">
              <a:lnSpc>
                <a:spcPct val="120000"/>
              </a:lnSpc>
              <a:buSzPts val="2200"/>
            </a:pPr>
            <a:r>
              <a:rPr lang="en-US" dirty="0"/>
              <a:t>Adopt an incident response plan to close the policy gap</a:t>
            </a:r>
          </a:p>
          <a:p>
            <a:pPr marL="939800" lvl="1">
              <a:lnSpc>
                <a:spcPct val="120000"/>
              </a:lnSpc>
              <a:buSzPts val="2200"/>
            </a:pPr>
            <a:r>
              <a:rPr lang="en-US" dirty="0"/>
              <a:t>Formal reporting, stable environment and data recovery, timely communication between departments and clients</a:t>
            </a:r>
          </a:p>
          <a:p>
            <a:pPr marL="482600">
              <a:lnSpc>
                <a:spcPct val="120000"/>
              </a:lnSpc>
              <a:buSzPts val="2200"/>
            </a:pPr>
            <a:r>
              <a:rPr lang="en-US" dirty="0"/>
              <a:t>Review and update the policy regularly as new threats emerge</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1157"/>
    </mc:Choice>
    <mc:Fallback xmlns="">
      <p:transition spd="slow" advTm="4115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marL="0" indent="-457200">
              <a:spcBef>
                <a:spcPts val="0"/>
              </a:spcBef>
              <a:buSzPts val="2200"/>
              <a:buNone/>
            </a:pPr>
            <a:r>
              <a:rPr lang="en-US" dirty="0"/>
              <a:t>Breach History. (2026, September 24). Fort Smith Breach: City Confirms PD Data Theft. Breach History. </a:t>
            </a:r>
            <a:r>
              <a:rPr lang="en-US" u="sng" dirty="0">
                <a:hlinkClick r:id="rId4"/>
              </a:rPr>
              <a:t>https://breachhistory.com/blog/fort-smith-arkansas-interlock-data-theft-september-2026</a:t>
            </a:r>
            <a:r>
              <a:rPr lang="en-US" dirty="0"/>
              <a:t>.</a:t>
            </a:r>
          </a:p>
          <a:p>
            <a:pPr marL="0" indent="-457200">
              <a:spcBef>
                <a:spcPts val="0"/>
              </a:spcBef>
              <a:buSzPts val="2200"/>
              <a:buNone/>
            </a:pPr>
            <a:endParaRPr lang="en-US" dirty="0"/>
          </a:p>
          <a:p>
            <a:pPr marL="0" indent="-457200">
              <a:spcBef>
                <a:spcPts val="0"/>
              </a:spcBef>
              <a:buSzPts val="2200"/>
              <a:buNone/>
            </a:pPr>
            <a:r>
              <a:rPr lang="en-US" dirty="0" err="1"/>
              <a:t>Chachak</a:t>
            </a:r>
            <a:r>
              <a:rPr lang="en-US" dirty="0"/>
              <a:t>, E. (2021, November 30). Post-Cyber Attack: 7 Critical Steps To Take Toward Full Recovery. </a:t>
            </a:r>
            <a:r>
              <a:rPr lang="en-US" i="1" dirty="0" err="1"/>
              <a:t>CyberDB</a:t>
            </a:r>
            <a:r>
              <a:rPr lang="en-US" dirty="0"/>
              <a:t>. </a:t>
            </a:r>
            <a:r>
              <a:rPr lang="en-US" dirty="0">
                <a:hlinkClick r:id="rId5"/>
              </a:rPr>
              <a:t>https://www.cyberdb.co/post-cyber-attack-7-critical-steps-to-take-toward-full-recovery/</a:t>
            </a:r>
            <a:r>
              <a:rPr lang="en-US" dirty="0"/>
              <a:t>.</a:t>
            </a:r>
          </a:p>
          <a:p>
            <a:pPr marL="0" indent="-457200">
              <a:spcBef>
                <a:spcPts val="0"/>
              </a:spcBef>
              <a:buSzPts val="2200"/>
              <a:buNone/>
            </a:pPr>
            <a:endParaRPr lang="en-US" dirty="0"/>
          </a:p>
          <a:p>
            <a:pPr marL="0" indent="-457200">
              <a:spcBef>
                <a:spcPts val="0"/>
              </a:spcBef>
              <a:buSzPts val="2200"/>
              <a:buNone/>
            </a:pPr>
            <a:r>
              <a:rPr lang="en-US" dirty="0" err="1"/>
              <a:t>Puttoju</a:t>
            </a:r>
            <a:r>
              <a:rPr lang="en-US" dirty="0"/>
              <a:t>, K. (2025, July 12). AAA: The Triple-Pillar Framework of Modern Access Control. Medium. </a:t>
            </a:r>
            <a:r>
              <a:rPr lang="en-US" u="sng" dirty="0">
                <a:hlinkClick r:id="rId6"/>
              </a:rPr>
              <a:t>https://medium.com/@karthik.puttoju9/aaa-the-triple-pillar-framework-of-modern-access-control-d3ad08e63836</a:t>
            </a:r>
            <a:r>
              <a:rPr lang="en-US" dirty="0"/>
              <a:t>.</a:t>
            </a:r>
          </a:p>
          <a:p>
            <a:pPr marL="0" indent="-457200">
              <a:spcBef>
                <a:spcPts val="0"/>
              </a:spcBef>
              <a:buSzPts val="2200"/>
              <a:buNone/>
            </a:pPr>
            <a:endParaRPr lang="en-US" dirty="0"/>
          </a:p>
          <a:p>
            <a:pPr marL="0" indent="-457200">
              <a:spcBef>
                <a:spcPts val="0"/>
              </a:spcBef>
              <a:buSzPts val="2200"/>
              <a:buNone/>
            </a:pPr>
            <a:r>
              <a:rPr lang="en-US" dirty="0"/>
              <a:t>Software Engineering Institute. (n.d.). How this coding standard is organized. SEI CERT C++ Coding Standard. </a:t>
            </a:r>
            <a:r>
              <a:rPr lang="en-US" dirty="0">
                <a:hlinkClick r:id="rId7"/>
              </a:rPr>
              <a:t>https://cmu-sei.github.io/secure-coding-standards/sei-cert-cpp-coding-standard/front-matter/introduction/how-this-coding-standard-is-organized</a:t>
            </a:r>
            <a:r>
              <a:rPr lang="en-US" dirty="0"/>
              <a:t>.</a:t>
            </a:r>
          </a:p>
          <a:p>
            <a:pPr marL="0" indent="-457200">
              <a:spcBef>
                <a:spcPts val="0"/>
              </a:spcBef>
              <a:buSzPts val="2200"/>
              <a:buNone/>
            </a:pPr>
            <a:endParaRPr lang="en-US" dirty="0"/>
          </a:p>
          <a:p>
            <a:pPr marL="0" indent="-457200">
              <a:spcBef>
                <a:spcPts val="0"/>
              </a:spcBef>
              <a:buSzPts val="2200"/>
              <a:buNone/>
            </a:pPr>
            <a:r>
              <a:rPr lang="en-US" dirty="0"/>
              <a:t>Tilley, M. (2026, September 16). Interlock claims responsibility for Fort Smith computer system attack. Talk Business &amp; Politics. </a:t>
            </a:r>
            <a:r>
              <a:rPr lang="en-US" u="sng" dirty="0">
                <a:hlinkClick r:id="rId8"/>
              </a:rPr>
              <a:t>https://talkbusiness.net/2026/09/interlock-claims-responsibility-for-fort-smith-computer-system-attack/</a:t>
            </a:r>
            <a:r>
              <a:rPr lang="en-US" dirty="0"/>
              <a:t>.</a:t>
            </a:r>
          </a:p>
          <a:p>
            <a:pPr marL="0" indent="-457200">
              <a:spcBef>
                <a:spcPts val="0"/>
              </a:spcBef>
              <a:buSzPts val="2200"/>
              <a:buNone/>
            </a:pPr>
            <a:endParaRPr lang="en-US" dirty="0"/>
          </a:p>
          <a:p>
            <a:pPr marL="0" indent="-457200">
              <a:spcBef>
                <a:spcPts val="0"/>
              </a:spcBef>
              <a:buSzPts val="2200"/>
              <a:buNone/>
            </a:pPr>
            <a:r>
              <a:rPr lang="en-US" dirty="0" err="1"/>
              <a:t>Wachstock</a:t>
            </a:r>
            <a:r>
              <a:rPr lang="en-US" dirty="0"/>
              <a:t>, M. (2026, May 23). How Encryption Works: Data at Rest vs In Transit vs In Use. </a:t>
            </a:r>
            <a:r>
              <a:rPr lang="en-US" i="1" dirty="0"/>
              <a:t>Duality.</a:t>
            </a:r>
            <a:r>
              <a:rPr lang="en-US" dirty="0"/>
              <a:t> </a:t>
            </a:r>
            <a:r>
              <a:rPr lang="en-US" u="sng" dirty="0">
                <a:hlinkClick r:id="rId9"/>
              </a:rPr>
              <a:t>https://dualitytech.com/blog/data-at-rest-vs-in-transit-vs-in-use/#encryption-at-rest-aes-and-storage-protection</a:t>
            </a:r>
            <a:r>
              <a:rPr lang="en-US" dirty="0"/>
              <a:t>.</a:t>
            </a:r>
          </a:p>
          <a:p>
            <a:pPr marL="0" lvl="0" indent="-457200" algn="l" rtl="0">
              <a:lnSpc>
                <a:spcPct val="90000"/>
              </a:lnSpc>
              <a:spcBef>
                <a:spcPts val="0"/>
              </a:spcBef>
              <a:spcAft>
                <a:spcPts val="0"/>
              </a:spcAft>
              <a:buClr>
                <a:schemeClr val="lt1"/>
              </a:buClr>
              <a:buSzPts val="2200"/>
              <a:buNone/>
            </a:pPr>
            <a:endParaRPr lang="en-US" dirty="0"/>
          </a:p>
          <a:p>
            <a:pPr marL="0" lvl="0" indent="-457200" algn="l" rtl="0">
              <a:lnSpc>
                <a:spcPct val="90000"/>
              </a:lnSpc>
              <a:spcBef>
                <a:spcPts val="0"/>
              </a:spcBef>
              <a:spcAft>
                <a:spcPts val="0"/>
              </a:spcAft>
              <a:buClr>
                <a:schemeClr val="lt1"/>
              </a:buClr>
              <a:buSzPts val="2200"/>
              <a:buNone/>
            </a:pPr>
            <a:endParaRPr dirty="0"/>
          </a:p>
        </p:txBody>
      </p:sp>
      <p:pic>
        <p:nvPicPr>
          <p:cNvPr id="239" name="Google Shape;239;p14" descr="Green Pace logo"/>
          <p:cNvPicPr preferRelativeResize="0"/>
          <p:nvPr/>
        </p:nvPicPr>
        <p:blipFill>
          <a:blip r:embed="rId10">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965"/>
    </mc:Choice>
    <mc:Fallback xmlns="">
      <p:transition spd="slow" advTm="296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otalTime>4472</TotalTime>
  <Words>1462</Words>
  <Application>Microsoft Office PowerPoint</Application>
  <PresentationFormat>Widescreen</PresentationFormat>
  <Paragraphs>252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Century Gothic</vt:lpstr>
      <vt:lpstr>Arial</vt:lpstr>
      <vt:lpstr>Wingdings</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CanRemoveTheLastEntry</vt:lpstr>
      <vt:lpstr>CanAddToEmptyVector</vt:lpstr>
      <vt:lpstr>CanThrowIndexOutOfBoundsException</vt:lpstr>
      <vt:lpstr>CanThrowUpperBoundException</vt:lpstr>
      <vt:lpstr>AUTOMATION SUMMARY</vt:lpstr>
      <vt:lpstr>TOOLS</vt:lpstr>
      <vt:lpstr>RISKS AND BENEFITS</vt:lpstr>
      <vt:lpstr>RECOMMENDATIONS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Monica Nguyen</cp:lastModifiedBy>
  <cp:revision>4</cp:revision>
  <dcterms:created xsi:type="dcterms:W3CDTF">2020-08-19T17:59:24Z</dcterms:created>
  <dcterms:modified xsi:type="dcterms:W3CDTF">2026-10-26T04:23:23Z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